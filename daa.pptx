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77D5D4-228D-4CEE-891C-9B4AAA0FB677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F6BBE5-319C-4DFE-8630-0B5426A48734}">
      <dgm:prSet/>
      <dgm:spPr/>
      <dgm:t>
        <a:bodyPr/>
        <a:lstStyle/>
        <a:p>
          <a:r>
            <a:rPr lang="en-US"/>
            <a:t>To compare the performance of algorithms with time complexities </a:t>
          </a:r>
          <a:r>
            <a:rPr lang="en-US" b="1"/>
            <a:t>O(n)</a:t>
          </a:r>
          <a:r>
            <a:rPr lang="en-US"/>
            <a:t>, </a:t>
          </a:r>
          <a:r>
            <a:rPr lang="en-US" b="1"/>
            <a:t>O(n log n)</a:t>
          </a:r>
          <a:r>
            <a:rPr lang="en-US"/>
            <a:t>, and </a:t>
          </a:r>
          <a:r>
            <a:rPr lang="en-US" b="1"/>
            <a:t>O(n²)</a:t>
          </a:r>
          <a:r>
            <a:rPr lang="en-US"/>
            <a:t> as the input size increases and determine which algorithm is more efficient for large datasets.</a:t>
          </a:r>
          <a:endParaRPr lang="en-IN"/>
        </a:p>
      </dgm:t>
    </dgm:pt>
    <dgm:pt modelId="{7148FDD0-B1AD-423A-A884-42BBACE287FB}" type="parTrans" cxnId="{D0634B42-1C10-4D98-89D3-3390F1C55723}">
      <dgm:prSet/>
      <dgm:spPr/>
      <dgm:t>
        <a:bodyPr/>
        <a:lstStyle/>
        <a:p>
          <a:endParaRPr lang="en-IN"/>
        </a:p>
      </dgm:t>
    </dgm:pt>
    <dgm:pt modelId="{48E111EA-B435-4785-8501-A760753F3722}" type="sibTrans" cxnId="{D0634B42-1C10-4D98-89D3-3390F1C55723}">
      <dgm:prSet/>
      <dgm:spPr/>
      <dgm:t>
        <a:bodyPr/>
        <a:lstStyle/>
        <a:p>
          <a:endParaRPr lang="en-IN"/>
        </a:p>
      </dgm:t>
    </dgm:pt>
    <dgm:pt modelId="{8FA113C6-13B0-4CFB-9704-E38EDC626B71}" type="pres">
      <dgm:prSet presAssocID="{C677D5D4-228D-4CEE-891C-9B4AAA0FB677}" presName="linear" presStyleCnt="0">
        <dgm:presLayoutVars>
          <dgm:animLvl val="lvl"/>
          <dgm:resizeHandles val="exact"/>
        </dgm:presLayoutVars>
      </dgm:prSet>
      <dgm:spPr/>
    </dgm:pt>
    <dgm:pt modelId="{DF6D1598-A3DE-4548-81C0-BDF39DDE683C}" type="pres">
      <dgm:prSet presAssocID="{C3F6BBE5-319C-4DFE-8630-0B5426A4873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76D613C-F3ED-4DFF-B7CD-F97E9C432A23}" type="presOf" srcId="{C3F6BBE5-319C-4DFE-8630-0B5426A48734}" destId="{DF6D1598-A3DE-4548-81C0-BDF39DDE683C}" srcOrd="0" destOrd="0" presId="urn:microsoft.com/office/officeart/2005/8/layout/vList2"/>
    <dgm:cxn modelId="{D0634B42-1C10-4D98-89D3-3390F1C55723}" srcId="{C677D5D4-228D-4CEE-891C-9B4AAA0FB677}" destId="{C3F6BBE5-319C-4DFE-8630-0B5426A48734}" srcOrd="0" destOrd="0" parTransId="{7148FDD0-B1AD-423A-A884-42BBACE287FB}" sibTransId="{48E111EA-B435-4785-8501-A760753F3722}"/>
    <dgm:cxn modelId="{B3458758-84E3-4136-907E-B98305056F52}" type="presOf" srcId="{C677D5D4-228D-4CEE-891C-9B4AAA0FB677}" destId="{8FA113C6-13B0-4CFB-9704-E38EDC626B71}" srcOrd="0" destOrd="0" presId="urn:microsoft.com/office/officeart/2005/8/layout/vList2"/>
    <dgm:cxn modelId="{53FFDFB0-6402-4924-8BED-32852B2BEE94}" type="presParOf" srcId="{8FA113C6-13B0-4CFB-9704-E38EDC626B71}" destId="{DF6D1598-A3DE-4548-81C0-BDF39DDE683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4C518F-4644-4934-B801-14B51E5798DD}" type="doc">
      <dgm:prSet loTypeId="urn:microsoft.com/office/officeart/2005/8/layout/rings+Icon" loCatId="relationship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00F374F-CC98-44D0-811E-8FB5F9A6DA78}">
      <dgm:prSet/>
      <dgm:spPr/>
      <dgm:t>
        <a:bodyPr/>
        <a:lstStyle/>
        <a:p>
          <a:r>
            <a:rPr lang="en-US"/>
            <a:t>The following assumptions are made for comparison:</a:t>
          </a:r>
          <a:endParaRPr lang="en-IN"/>
        </a:p>
      </dgm:t>
    </dgm:pt>
    <dgm:pt modelId="{034EA897-AAFA-429F-8D3B-FA83D2706C4E}" type="parTrans" cxnId="{A8BFF92E-FC7B-40E9-97AA-C215F87C0293}">
      <dgm:prSet/>
      <dgm:spPr/>
      <dgm:t>
        <a:bodyPr/>
        <a:lstStyle/>
        <a:p>
          <a:endParaRPr lang="en-IN"/>
        </a:p>
      </dgm:t>
    </dgm:pt>
    <dgm:pt modelId="{16BBF3C1-CFEC-4A8C-935F-AB0004950F9F}" type="sibTrans" cxnId="{A8BFF92E-FC7B-40E9-97AA-C215F87C0293}">
      <dgm:prSet/>
      <dgm:spPr/>
      <dgm:t>
        <a:bodyPr/>
        <a:lstStyle/>
        <a:p>
          <a:endParaRPr lang="en-IN"/>
        </a:p>
      </dgm:t>
    </dgm:pt>
    <dgm:pt modelId="{486AD798-BC9F-40F2-AFC8-0AE9A6135FE2}">
      <dgm:prSet/>
      <dgm:spPr/>
      <dgm:t>
        <a:bodyPr/>
        <a:lstStyle/>
        <a:p>
          <a:r>
            <a:rPr lang="en-US"/>
            <a:t>Input sizes (</a:t>
          </a:r>
          <a:r>
            <a:rPr lang="en-US" b="1"/>
            <a:t>n</a:t>
          </a:r>
          <a:r>
            <a:rPr lang="en-US"/>
            <a:t>) represent the number of elements in the dataset. </a:t>
          </a:r>
          <a:endParaRPr lang="en-IN"/>
        </a:p>
      </dgm:t>
    </dgm:pt>
    <dgm:pt modelId="{46F3CBC3-A736-4156-91F7-0A2FC97862DC}" type="parTrans" cxnId="{F098E82E-2115-4CA8-AB98-62FF2031A72A}">
      <dgm:prSet/>
      <dgm:spPr/>
      <dgm:t>
        <a:bodyPr/>
        <a:lstStyle/>
        <a:p>
          <a:endParaRPr lang="en-IN"/>
        </a:p>
      </dgm:t>
    </dgm:pt>
    <dgm:pt modelId="{F52C3EE7-8414-497A-A8C6-27A196895CD4}" type="sibTrans" cxnId="{F098E82E-2115-4CA8-AB98-62FF2031A72A}">
      <dgm:prSet/>
      <dgm:spPr/>
      <dgm:t>
        <a:bodyPr/>
        <a:lstStyle/>
        <a:p>
          <a:endParaRPr lang="en-IN"/>
        </a:p>
      </dgm:t>
    </dgm:pt>
    <dgm:pt modelId="{9C65AED3-6826-426B-80B9-25BCFBA9629F}">
      <dgm:prSet/>
      <dgm:spPr/>
      <dgm:t>
        <a:bodyPr/>
        <a:lstStyle/>
        <a:p>
          <a:r>
            <a:rPr lang="en-US"/>
            <a:t>Each basic operation takes the same unit time. </a:t>
          </a:r>
          <a:endParaRPr lang="en-IN"/>
        </a:p>
      </dgm:t>
    </dgm:pt>
    <dgm:pt modelId="{24C25CD9-4115-44A4-859E-F9EBF842C52F}" type="parTrans" cxnId="{8E45348A-95E7-4E8A-8FF2-109677D324ED}">
      <dgm:prSet/>
      <dgm:spPr/>
      <dgm:t>
        <a:bodyPr/>
        <a:lstStyle/>
        <a:p>
          <a:endParaRPr lang="en-IN"/>
        </a:p>
      </dgm:t>
    </dgm:pt>
    <dgm:pt modelId="{4AA81808-856C-4FB0-8E06-7E55BC683C97}" type="sibTrans" cxnId="{8E45348A-95E7-4E8A-8FF2-109677D324ED}">
      <dgm:prSet/>
      <dgm:spPr/>
      <dgm:t>
        <a:bodyPr/>
        <a:lstStyle/>
        <a:p>
          <a:endParaRPr lang="en-IN"/>
        </a:p>
      </dgm:t>
    </dgm:pt>
    <dgm:pt modelId="{6D43BDF6-2632-40B5-93EB-842B9BFE563D}">
      <dgm:prSet/>
      <dgm:spPr/>
      <dgm:t>
        <a:bodyPr/>
        <a:lstStyle/>
        <a:p>
          <a:r>
            <a:rPr lang="en-US"/>
            <a:t>Hardware and programming language effects are ignored. </a:t>
          </a:r>
          <a:endParaRPr lang="en-IN"/>
        </a:p>
      </dgm:t>
    </dgm:pt>
    <dgm:pt modelId="{75040B77-E693-4946-B1EB-3AAAB0E30BA7}" type="parTrans" cxnId="{FD5A29FF-4C78-4B6B-A10E-152A148BEC7E}">
      <dgm:prSet/>
      <dgm:spPr/>
      <dgm:t>
        <a:bodyPr/>
        <a:lstStyle/>
        <a:p>
          <a:endParaRPr lang="en-IN"/>
        </a:p>
      </dgm:t>
    </dgm:pt>
    <dgm:pt modelId="{D5BC63E0-EAAA-4EF1-B68C-41E12E97450F}" type="sibTrans" cxnId="{FD5A29FF-4C78-4B6B-A10E-152A148BEC7E}">
      <dgm:prSet/>
      <dgm:spPr/>
      <dgm:t>
        <a:bodyPr/>
        <a:lstStyle/>
        <a:p>
          <a:endParaRPr lang="en-IN"/>
        </a:p>
      </dgm:t>
    </dgm:pt>
    <dgm:pt modelId="{6DDCD163-DE79-4981-94C0-54BFE018A9BA}">
      <dgm:prSet/>
      <dgm:spPr/>
      <dgm:t>
        <a:bodyPr/>
        <a:lstStyle/>
        <a:p>
          <a:r>
            <a:rPr lang="en-US"/>
            <a:t>Only the asymptotic growth rate is considered.</a:t>
          </a:r>
          <a:endParaRPr lang="en-IN"/>
        </a:p>
      </dgm:t>
    </dgm:pt>
    <dgm:pt modelId="{DB76709F-EC12-4CB1-B8AD-22E68D510E61}" type="parTrans" cxnId="{260967C8-0987-4A95-A736-2A5AFFAFA36D}">
      <dgm:prSet/>
      <dgm:spPr/>
      <dgm:t>
        <a:bodyPr/>
        <a:lstStyle/>
        <a:p>
          <a:endParaRPr lang="en-IN"/>
        </a:p>
      </dgm:t>
    </dgm:pt>
    <dgm:pt modelId="{1E34280C-7EC8-4E41-93A7-BE1BF79F73C0}" type="sibTrans" cxnId="{260967C8-0987-4A95-A736-2A5AFFAFA36D}">
      <dgm:prSet/>
      <dgm:spPr/>
      <dgm:t>
        <a:bodyPr/>
        <a:lstStyle/>
        <a:p>
          <a:endParaRPr lang="en-IN"/>
        </a:p>
      </dgm:t>
    </dgm:pt>
    <dgm:pt modelId="{529D0FE9-B5A2-412F-8198-330185BF9145}" type="pres">
      <dgm:prSet presAssocID="{654C518F-4644-4934-B801-14B51E5798DD}" presName="Name0" presStyleCnt="0">
        <dgm:presLayoutVars>
          <dgm:chMax val="7"/>
          <dgm:dir/>
          <dgm:resizeHandles val="exact"/>
        </dgm:presLayoutVars>
      </dgm:prSet>
      <dgm:spPr/>
    </dgm:pt>
    <dgm:pt modelId="{F9E8B7E0-EE49-4EB3-9FFC-A4C3B297719C}" type="pres">
      <dgm:prSet presAssocID="{654C518F-4644-4934-B801-14B51E5798DD}" presName="ellipse1" presStyleLbl="vennNode1" presStyleIdx="0" presStyleCnt="5">
        <dgm:presLayoutVars>
          <dgm:bulletEnabled val="1"/>
        </dgm:presLayoutVars>
      </dgm:prSet>
      <dgm:spPr/>
    </dgm:pt>
    <dgm:pt modelId="{2A969FEF-F9DA-4779-A55D-B7F575779B56}" type="pres">
      <dgm:prSet presAssocID="{654C518F-4644-4934-B801-14B51E5798DD}" presName="ellipse2" presStyleLbl="vennNode1" presStyleIdx="1" presStyleCnt="5">
        <dgm:presLayoutVars>
          <dgm:bulletEnabled val="1"/>
        </dgm:presLayoutVars>
      </dgm:prSet>
      <dgm:spPr/>
    </dgm:pt>
    <dgm:pt modelId="{A50F3AC3-B5C0-48E8-A9BC-863E4089366F}" type="pres">
      <dgm:prSet presAssocID="{654C518F-4644-4934-B801-14B51E5798DD}" presName="ellipse3" presStyleLbl="vennNode1" presStyleIdx="2" presStyleCnt="5">
        <dgm:presLayoutVars>
          <dgm:bulletEnabled val="1"/>
        </dgm:presLayoutVars>
      </dgm:prSet>
      <dgm:spPr/>
    </dgm:pt>
    <dgm:pt modelId="{D5B0BECF-CF06-4111-9E43-24784117E50B}" type="pres">
      <dgm:prSet presAssocID="{654C518F-4644-4934-B801-14B51E5798DD}" presName="ellipse4" presStyleLbl="vennNode1" presStyleIdx="3" presStyleCnt="5">
        <dgm:presLayoutVars>
          <dgm:bulletEnabled val="1"/>
        </dgm:presLayoutVars>
      </dgm:prSet>
      <dgm:spPr/>
    </dgm:pt>
    <dgm:pt modelId="{FDAB564F-A7FA-47BC-A669-B9C0A2660881}" type="pres">
      <dgm:prSet presAssocID="{654C518F-4644-4934-B801-14B51E5798DD}" presName="ellipse5" presStyleLbl="vennNode1" presStyleIdx="4" presStyleCnt="5">
        <dgm:presLayoutVars>
          <dgm:bulletEnabled val="1"/>
        </dgm:presLayoutVars>
      </dgm:prSet>
      <dgm:spPr/>
    </dgm:pt>
  </dgm:ptLst>
  <dgm:cxnLst>
    <dgm:cxn modelId="{F098E82E-2115-4CA8-AB98-62FF2031A72A}" srcId="{654C518F-4644-4934-B801-14B51E5798DD}" destId="{486AD798-BC9F-40F2-AFC8-0AE9A6135FE2}" srcOrd="1" destOrd="0" parTransId="{46F3CBC3-A736-4156-91F7-0A2FC97862DC}" sibTransId="{F52C3EE7-8414-497A-A8C6-27A196895CD4}"/>
    <dgm:cxn modelId="{A8BFF92E-FC7B-40E9-97AA-C215F87C0293}" srcId="{654C518F-4644-4934-B801-14B51E5798DD}" destId="{400F374F-CC98-44D0-811E-8FB5F9A6DA78}" srcOrd="0" destOrd="0" parTransId="{034EA897-AAFA-429F-8D3B-FA83D2706C4E}" sibTransId="{16BBF3C1-CFEC-4A8C-935F-AB0004950F9F}"/>
    <dgm:cxn modelId="{5CE0DC30-E854-434D-8235-A124BAB7A73E}" type="presOf" srcId="{654C518F-4644-4934-B801-14B51E5798DD}" destId="{529D0FE9-B5A2-412F-8198-330185BF9145}" srcOrd="0" destOrd="0" presId="urn:microsoft.com/office/officeart/2005/8/layout/rings+Icon"/>
    <dgm:cxn modelId="{A0BDD56D-1844-4230-95FD-EA76BAF21C6B}" type="presOf" srcId="{6D43BDF6-2632-40B5-93EB-842B9BFE563D}" destId="{D5B0BECF-CF06-4111-9E43-24784117E50B}" srcOrd="0" destOrd="0" presId="urn:microsoft.com/office/officeart/2005/8/layout/rings+Icon"/>
    <dgm:cxn modelId="{5D9AF971-EAE7-41CA-ACC9-4C062C92BA74}" type="presOf" srcId="{486AD798-BC9F-40F2-AFC8-0AE9A6135FE2}" destId="{2A969FEF-F9DA-4779-A55D-B7F575779B56}" srcOrd="0" destOrd="0" presId="urn:microsoft.com/office/officeart/2005/8/layout/rings+Icon"/>
    <dgm:cxn modelId="{8E45348A-95E7-4E8A-8FF2-109677D324ED}" srcId="{654C518F-4644-4934-B801-14B51E5798DD}" destId="{9C65AED3-6826-426B-80B9-25BCFBA9629F}" srcOrd="2" destOrd="0" parTransId="{24C25CD9-4115-44A4-859E-F9EBF842C52F}" sibTransId="{4AA81808-856C-4FB0-8E06-7E55BC683C97}"/>
    <dgm:cxn modelId="{8DCA29A5-211B-41FB-BBA3-8E64130E7AD6}" type="presOf" srcId="{9C65AED3-6826-426B-80B9-25BCFBA9629F}" destId="{A50F3AC3-B5C0-48E8-A9BC-863E4089366F}" srcOrd="0" destOrd="0" presId="urn:microsoft.com/office/officeart/2005/8/layout/rings+Icon"/>
    <dgm:cxn modelId="{847F18A6-6200-4A22-9E4D-E8EA305CB977}" type="presOf" srcId="{400F374F-CC98-44D0-811E-8FB5F9A6DA78}" destId="{F9E8B7E0-EE49-4EB3-9FFC-A4C3B297719C}" srcOrd="0" destOrd="0" presId="urn:microsoft.com/office/officeart/2005/8/layout/rings+Icon"/>
    <dgm:cxn modelId="{260967C8-0987-4A95-A736-2A5AFFAFA36D}" srcId="{654C518F-4644-4934-B801-14B51E5798DD}" destId="{6DDCD163-DE79-4981-94C0-54BFE018A9BA}" srcOrd="4" destOrd="0" parTransId="{DB76709F-EC12-4CB1-B8AD-22E68D510E61}" sibTransId="{1E34280C-7EC8-4E41-93A7-BE1BF79F73C0}"/>
    <dgm:cxn modelId="{D363D8CF-4D9A-4FB6-B396-9239CDEDC809}" type="presOf" srcId="{6DDCD163-DE79-4981-94C0-54BFE018A9BA}" destId="{FDAB564F-A7FA-47BC-A669-B9C0A2660881}" srcOrd="0" destOrd="0" presId="urn:microsoft.com/office/officeart/2005/8/layout/rings+Icon"/>
    <dgm:cxn modelId="{FD5A29FF-4C78-4B6B-A10E-152A148BEC7E}" srcId="{654C518F-4644-4934-B801-14B51E5798DD}" destId="{6D43BDF6-2632-40B5-93EB-842B9BFE563D}" srcOrd="3" destOrd="0" parTransId="{75040B77-E693-4946-B1EB-3AAAB0E30BA7}" sibTransId="{D5BC63E0-EAAA-4EF1-B68C-41E12E97450F}"/>
    <dgm:cxn modelId="{6F713986-F1B4-4F62-B60D-008400DC0A7E}" type="presParOf" srcId="{529D0FE9-B5A2-412F-8198-330185BF9145}" destId="{F9E8B7E0-EE49-4EB3-9FFC-A4C3B297719C}" srcOrd="0" destOrd="0" presId="urn:microsoft.com/office/officeart/2005/8/layout/rings+Icon"/>
    <dgm:cxn modelId="{3DFA277D-3724-45C4-91B9-497BA07C1A15}" type="presParOf" srcId="{529D0FE9-B5A2-412F-8198-330185BF9145}" destId="{2A969FEF-F9DA-4779-A55D-B7F575779B56}" srcOrd="1" destOrd="0" presId="urn:microsoft.com/office/officeart/2005/8/layout/rings+Icon"/>
    <dgm:cxn modelId="{A367C190-DA04-4699-AB91-906965708A8B}" type="presParOf" srcId="{529D0FE9-B5A2-412F-8198-330185BF9145}" destId="{A50F3AC3-B5C0-48E8-A9BC-863E4089366F}" srcOrd="2" destOrd="0" presId="urn:microsoft.com/office/officeart/2005/8/layout/rings+Icon"/>
    <dgm:cxn modelId="{40EA38BB-1C2B-4350-A46F-6846F32CA832}" type="presParOf" srcId="{529D0FE9-B5A2-412F-8198-330185BF9145}" destId="{D5B0BECF-CF06-4111-9E43-24784117E50B}" srcOrd="3" destOrd="0" presId="urn:microsoft.com/office/officeart/2005/8/layout/rings+Icon"/>
    <dgm:cxn modelId="{764931DF-7090-44ED-A054-B6DA1B9F7D93}" type="presParOf" srcId="{529D0FE9-B5A2-412F-8198-330185BF9145}" destId="{FDAB564F-A7FA-47BC-A669-B9C0A2660881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55C543-0F9E-46AE-AF89-572BE13AC508}" type="doc">
      <dgm:prSet loTypeId="urn:microsoft.com/office/officeart/2011/layout/CircleProcess" loCatId="officeonline" qsTypeId="urn:microsoft.com/office/officeart/2005/8/quickstyle/simple3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A7F6CF16-B8ED-4FA7-A010-26346E3B99E8}">
      <dgm:prSet/>
      <dgm:spPr/>
      <dgm:t>
        <a:bodyPr/>
        <a:lstStyle/>
        <a:p>
          <a:r>
            <a:rPr lang="en-IN" b="1"/>
            <a:t>O(n)</a:t>
          </a:r>
          <a:r>
            <a:rPr lang="en-IN"/>
            <a:t> → Linear Growth </a:t>
          </a:r>
        </a:p>
      </dgm:t>
    </dgm:pt>
    <dgm:pt modelId="{0C6E29C4-2F44-46E4-8872-E6855E0C03A9}" type="parTrans" cxnId="{7AAC184C-FBDA-4E5A-9E82-C1E0D1449322}">
      <dgm:prSet/>
      <dgm:spPr/>
      <dgm:t>
        <a:bodyPr/>
        <a:lstStyle/>
        <a:p>
          <a:endParaRPr lang="en-IN"/>
        </a:p>
      </dgm:t>
    </dgm:pt>
    <dgm:pt modelId="{D29C5937-9368-41E8-8F5A-AA8284F9CF2D}" type="sibTrans" cxnId="{7AAC184C-FBDA-4E5A-9E82-C1E0D1449322}">
      <dgm:prSet/>
      <dgm:spPr/>
      <dgm:t>
        <a:bodyPr/>
        <a:lstStyle/>
        <a:p>
          <a:endParaRPr lang="en-IN"/>
        </a:p>
      </dgm:t>
    </dgm:pt>
    <dgm:pt modelId="{24F97362-2597-407C-8008-6933615E803E}">
      <dgm:prSet/>
      <dgm:spPr/>
      <dgm:t>
        <a:bodyPr/>
        <a:lstStyle/>
        <a:p>
          <a:r>
            <a:rPr lang="en-IN" b="1" dirty="0"/>
            <a:t>O(n log₂ n)</a:t>
          </a:r>
          <a:r>
            <a:rPr lang="en-IN" dirty="0"/>
            <a:t> → </a:t>
          </a:r>
          <a:r>
            <a:rPr lang="en-IN" dirty="0" err="1"/>
            <a:t>Linearithmic</a:t>
          </a:r>
          <a:r>
            <a:rPr lang="en-IN" dirty="0"/>
            <a:t> Growth </a:t>
          </a:r>
        </a:p>
      </dgm:t>
    </dgm:pt>
    <dgm:pt modelId="{DFE1E21C-8E16-4B4E-8597-2B2E307ABFEB}" type="parTrans" cxnId="{E53000DD-9CDD-40D2-A837-D23404CDF4AC}">
      <dgm:prSet/>
      <dgm:spPr/>
      <dgm:t>
        <a:bodyPr/>
        <a:lstStyle/>
        <a:p>
          <a:endParaRPr lang="en-IN"/>
        </a:p>
      </dgm:t>
    </dgm:pt>
    <dgm:pt modelId="{EE1D5074-2E0D-4D3D-A99D-1603954542F5}" type="sibTrans" cxnId="{E53000DD-9CDD-40D2-A837-D23404CDF4AC}">
      <dgm:prSet/>
      <dgm:spPr/>
      <dgm:t>
        <a:bodyPr/>
        <a:lstStyle/>
        <a:p>
          <a:endParaRPr lang="en-IN"/>
        </a:p>
      </dgm:t>
    </dgm:pt>
    <dgm:pt modelId="{E640A0A8-A7B4-4E4A-BE38-B31F975364AD}">
      <dgm:prSet/>
      <dgm:spPr/>
      <dgm:t>
        <a:bodyPr/>
        <a:lstStyle/>
        <a:p>
          <a:r>
            <a:rPr lang="en-IN" b="1"/>
            <a:t>O(n²)</a:t>
          </a:r>
          <a:r>
            <a:rPr lang="en-IN"/>
            <a:t> → Quadratic Growth </a:t>
          </a:r>
        </a:p>
      </dgm:t>
    </dgm:pt>
    <dgm:pt modelId="{55F8A150-4ED1-4B34-949F-B16CFB9FA031}" type="parTrans" cxnId="{8F7CD3F7-7781-40AB-BB01-BC0F7B1FCD86}">
      <dgm:prSet/>
      <dgm:spPr/>
      <dgm:t>
        <a:bodyPr/>
        <a:lstStyle/>
        <a:p>
          <a:endParaRPr lang="en-IN"/>
        </a:p>
      </dgm:t>
    </dgm:pt>
    <dgm:pt modelId="{16E835C0-2B7E-4A87-91E5-4A2F9AF865CA}" type="sibTrans" cxnId="{8F7CD3F7-7781-40AB-BB01-BC0F7B1FCD86}">
      <dgm:prSet/>
      <dgm:spPr/>
      <dgm:t>
        <a:bodyPr/>
        <a:lstStyle/>
        <a:p>
          <a:endParaRPr lang="en-IN"/>
        </a:p>
      </dgm:t>
    </dgm:pt>
    <dgm:pt modelId="{6A28320F-E93B-4F7B-878A-F16960C087E9}" type="pres">
      <dgm:prSet presAssocID="{3455C543-0F9E-46AE-AF89-572BE13AC508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D1C74827-6BDA-444A-B6BB-4109A32AA2AF}" type="pres">
      <dgm:prSet presAssocID="{E640A0A8-A7B4-4E4A-BE38-B31F975364AD}" presName="Accent3" presStyleCnt="0"/>
      <dgm:spPr/>
    </dgm:pt>
    <dgm:pt modelId="{5DB11587-4D3D-4264-A65E-3868443DD855}" type="pres">
      <dgm:prSet presAssocID="{E640A0A8-A7B4-4E4A-BE38-B31F975364AD}" presName="Accent" presStyleLbl="node1" presStyleIdx="0" presStyleCnt="3"/>
      <dgm:spPr/>
    </dgm:pt>
    <dgm:pt modelId="{92BFD041-ED83-4BF1-B222-A82C1F5C1958}" type="pres">
      <dgm:prSet presAssocID="{E640A0A8-A7B4-4E4A-BE38-B31F975364AD}" presName="ParentBackground3" presStyleCnt="0"/>
      <dgm:spPr/>
    </dgm:pt>
    <dgm:pt modelId="{BAA06DD8-B471-4F02-A450-ACF972007380}" type="pres">
      <dgm:prSet presAssocID="{E640A0A8-A7B4-4E4A-BE38-B31F975364AD}" presName="ParentBackground" presStyleLbl="fgAcc1" presStyleIdx="0" presStyleCnt="3"/>
      <dgm:spPr/>
    </dgm:pt>
    <dgm:pt modelId="{8E0946E6-143B-48A9-9712-52D814664CB0}" type="pres">
      <dgm:prSet presAssocID="{E640A0A8-A7B4-4E4A-BE38-B31F975364A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E5A4FA6-0FD3-4ED8-B996-55CB3971F742}" type="pres">
      <dgm:prSet presAssocID="{24F97362-2597-407C-8008-6933615E803E}" presName="Accent2" presStyleCnt="0"/>
      <dgm:spPr/>
    </dgm:pt>
    <dgm:pt modelId="{38EA71B2-A084-4A01-8859-9C788F202542}" type="pres">
      <dgm:prSet presAssocID="{24F97362-2597-407C-8008-6933615E803E}" presName="Accent" presStyleLbl="node1" presStyleIdx="1" presStyleCnt="3"/>
      <dgm:spPr/>
    </dgm:pt>
    <dgm:pt modelId="{FFF9F274-EEEC-405A-B66C-608C97F54D30}" type="pres">
      <dgm:prSet presAssocID="{24F97362-2597-407C-8008-6933615E803E}" presName="ParentBackground2" presStyleCnt="0"/>
      <dgm:spPr/>
    </dgm:pt>
    <dgm:pt modelId="{F37BF3DC-71CE-4BF0-AC63-8D29262B5864}" type="pres">
      <dgm:prSet presAssocID="{24F97362-2597-407C-8008-6933615E803E}" presName="ParentBackground" presStyleLbl="fgAcc1" presStyleIdx="1" presStyleCnt="3"/>
      <dgm:spPr/>
    </dgm:pt>
    <dgm:pt modelId="{68280659-5B26-4C87-A5C4-60870E9F4D40}" type="pres">
      <dgm:prSet presAssocID="{24F97362-2597-407C-8008-6933615E803E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4174814-4B36-4419-A53E-C4F253C2E825}" type="pres">
      <dgm:prSet presAssocID="{A7F6CF16-B8ED-4FA7-A010-26346E3B99E8}" presName="Accent1" presStyleCnt="0"/>
      <dgm:spPr/>
    </dgm:pt>
    <dgm:pt modelId="{FBFD7CC7-2B3A-45DC-8F0D-AB98EBA88D58}" type="pres">
      <dgm:prSet presAssocID="{A7F6CF16-B8ED-4FA7-A010-26346E3B99E8}" presName="Accent" presStyleLbl="node1" presStyleIdx="2" presStyleCnt="3"/>
      <dgm:spPr/>
    </dgm:pt>
    <dgm:pt modelId="{AA13CB41-CCBD-495E-8241-704F7A478189}" type="pres">
      <dgm:prSet presAssocID="{A7F6CF16-B8ED-4FA7-A010-26346E3B99E8}" presName="ParentBackground1" presStyleCnt="0"/>
      <dgm:spPr/>
    </dgm:pt>
    <dgm:pt modelId="{F111BB2D-34D8-47AF-9565-30907E132DD7}" type="pres">
      <dgm:prSet presAssocID="{A7F6CF16-B8ED-4FA7-A010-26346E3B99E8}" presName="ParentBackground" presStyleLbl="fgAcc1" presStyleIdx="2" presStyleCnt="3"/>
      <dgm:spPr/>
    </dgm:pt>
    <dgm:pt modelId="{2FD3EABB-59BD-4AA0-8E02-91CACC24EE5C}" type="pres">
      <dgm:prSet presAssocID="{A7F6CF16-B8ED-4FA7-A010-26346E3B99E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7AAC184C-FBDA-4E5A-9E82-C1E0D1449322}" srcId="{3455C543-0F9E-46AE-AF89-572BE13AC508}" destId="{A7F6CF16-B8ED-4FA7-A010-26346E3B99E8}" srcOrd="0" destOrd="0" parTransId="{0C6E29C4-2F44-46E4-8872-E6855E0C03A9}" sibTransId="{D29C5937-9368-41E8-8F5A-AA8284F9CF2D}"/>
    <dgm:cxn modelId="{A0BB7D81-DFA5-47B8-B6EF-6B052202C48A}" type="presOf" srcId="{24F97362-2597-407C-8008-6933615E803E}" destId="{68280659-5B26-4C87-A5C4-60870E9F4D40}" srcOrd="1" destOrd="0" presId="urn:microsoft.com/office/officeart/2011/layout/CircleProcess"/>
    <dgm:cxn modelId="{94811E87-9707-4EDC-A73E-436DBA11EC20}" type="presOf" srcId="{A7F6CF16-B8ED-4FA7-A010-26346E3B99E8}" destId="{2FD3EABB-59BD-4AA0-8E02-91CACC24EE5C}" srcOrd="1" destOrd="0" presId="urn:microsoft.com/office/officeart/2011/layout/CircleProcess"/>
    <dgm:cxn modelId="{1DA5C38E-CBFA-4AAA-91EE-CDAF196A3374}" type="presOf" srcId="{A7F6CF16-B8ED-4FA7-A010-26346E3B99E8}" destId="{F111BB2D-34D8-47AF-9565-30907E132DD7}" srcOrd="0" destOrd="0" presId="urn:microsoft.com/office/officeart/2011/layout/CircleProcess"/>
    <dgm:cxn modelId="{7DD2B197-A88B-410D-8F99-F188F2AF5DD4}" type="presOf" srcId="{E640A0A8-A7B4-4E4A-BE38-B31F975364AD}" destId="{8E0946E6-143B-48A9-9712-52D814664CB0}" srcOrd="1" destOrd="0" presId="urn:microsoft.com/office/officeart/2011/layout/CircleProcess"/>
    <dgm:cxn modelId="{E53000DD-9CDD-40D2-A837-D23404CDF4AC}" srcId="{3455C543-0F9E-46AE-AF89-572BE13AC508}" destId="{24F97362-2597-407C-8008-6933615E803E}" srcOrd="1" destOrd="0" parTransId="{DFE1E21C-8E16-4B4E-8597-2B2E307ABFEB}" sibTransId="{EE1D5074-2E0D-4D3D-A99D-1603954542F5}"/>
    <dgm:cxn modelId="{8974FFDF-85E0-4B4D-98F5-63454FBE573E}" type="presOf" srcId="{24F97362-2597-407C-8008-6933615E803E}" destId="{F37BF3DC-71CE-4BF0-AC63-8D29262B5864}" srcOrd="0" destOrd="0" presId="urn:microsoft.com/office/officeart/2011/layout/CircleProcess"/>
    <dgm:cxn modelId="{3E90E7E3-AFF5-43EC-AE1F-C1D5EF6E4450}" type="presOf" srcId="{3455C543-0F9E-46AE-AF89-572BE13AC508}" destId="{6A28320F-E93B-4F7B-878A-F16960C087E9}" srcOrd="0" destOrd="0" presId="urn:microsoft.com/office/officeart/2011/layout/CircleProcess"/>
    <dgm:cxn modelId="{8F7CD3F7-7781-40AB-BB01-BC0F7B1FCD86}" srcId="{3455C543-0F9E-46AE-AF89-572BE13AC508}" destId="{E640A0A8-A7B4-4E4A-BE38-B31F975364AD}" srcOrd="2" destOrd="0" parTransId="{55F8A150-4ED1-4B34-949F-B16CFB9FA031}" sibTransId="{16E835C0-2B7E-4A87-91E5-4A2F9AF865CA}"/>
    <dgm:cxn modelId="{1801DFFB-DB8B-43EA-BDA1-E07C7E5DD2DD}" type="presOf" srcId="{E640A0A8-A7B4-4E4A-BE38-B31F975364AD}" destId="{BAA06DD8-B471-4F02-A450-ACF972007380}" srcOrd="0" destOrd="0" presId="urn:microsoft.com/office/officeart/2011/layout/CircleProcess"/>
    <dgm:cxn modelId="{D193680E-D389-4FD8-A3D5-DAED0C0C4378}" type="presParOf" srcId="{6A28320F-E93B-4F7B-878A-F16960C087E9}" destId="{D1C74827-6BDA-444A-B6BB-4109A32AA2AF}" srcOrd="0" destOrd="0" presId="urn:microsoft.com/office/officeart/2011/layout/CircleProcess"/>
    <dgm:cxn modelId="{8A1D6113-12DB-49AA-B9A8-82BD2848696D}" type="presParOf" srcId="{D1C74827-6BDA-444A-B6BB-4109A32AA2AF}" destId="{5DB11587-4D3D-4264-A65E-3868443DD855}" srcOrd="0" destOrd="0" presId="urn:microsoft.com/office/officeart/2011/layout/CircleProcess"/>
    <dgm:cxn modelId="{DDE599FA-DFDF-4B1F-8733-F1C023BBF036}" type="presParOf" srcId="{6A28320F-E93B-4F7B-878A-F16960C087E9}" destId="{92BFD041-ED83-4BF1-B222-A82C1F5C1958}" srcOrd="1" destOrd="0" presId="urn:microsoft.com/office/officeart/2011/layout/CircleProcess"/>
    <dgm:cxn modelId="{20962B6B-E825-4CDE-8D8A-2B7E2BDC2AD3}" type="presParOf" srcId="{92BFD041-ED83-4BF1-B222-A82C1F5C1958}" destId="{BAA06DD8-B471-4F02-A450-ACF972007380}" srcOrd="0" destOrd="0" presId="urn:microsoft.com/office/officeart/2011/layout/CircleProcess"/>
    <dgm:cxn modelId="{45A9AC8F-6CF1-42F8-9B19-6E237B5C18CE}" type="presParOf" srcId="{6A28320F-E93B-4F7B-878A-F16960C087E9}" destId="{8E0946E6-143B-48A9-9712-52D814664CB0}" srcOrd="2" destOrd="0" presId="urn:microsoft.com/office/officeart/2011/layout/CircleProcess"/>
    <dgm:cxn modelId="{81644B34-6A71-4D5F-B4D5-2D41CD37D210}" type="presParOf" srcId="{6A28320F-E93B-4F7B-878A-F16960C087E9}" destId="{BE5A4FA6-0FD3-4ED8-B996-55CB3971F742}" srcOrd="3" destOrd="0" presId="urn:microsoft.com/office/officeart/2011/layout/CircleProcess"/>
    <dgm:cxn modelId="{C1F776EC-F6A1-496A-87CD-4F0816793562}" type="presParOf" srcId="{BE5A4FA6-0FD3-4ED8-B996-55CB3971F742}" destId="{38EA71B2-A084-4A01-8859-9C788F202542}" srcOrd="0" destOrd="0" presId="urn:microsoft.com/office/officeart/2011/layout/CircleProcess"/>
    <dgm:cxn modelId="{E3693A3D-6B5B-45EE-BA68-16C6FF805015}" type="presParOf" srcId="{6A28320F-E93B-4F7B-878A-F16960C087E9}" destId="{FFF9F274-EEEC-405A-B66C-608C97F54D30}" srcOrd="4" destOrd="0" presId="urn:microsoft.com/office/officeart/2011/layout/CircleProcess"/>
    <dgm:cxn modelId="{561D5B48-1403-4B23-A3A1-75AEE64D649B}" type="presParOf" srcId="{FFF9F274-EEEC-405A-B66C-608C97F54D30}" destId="{F37BF3DC-71CE-4BF0-AC63-8D29262B5864}" srcOrd="0" destOrd="0" presId="urn:microsoft.com/office/officeart/2011/layout/CircleProcess"/>
    <dgm:cxn modelId="{207A1148-7003-4BD4-AECA-CB91D3C820EC}" type="presParOf" srcId="{6A28320F-E93B-4F7B-878A-F16960C087E9}" destId="{68280659-5B26-4C87-A5C4-60870E9F4D40}" srcOrd="5" destOrd="0" presId="urn:microsoft.com/office/officeart/2011/layout/CircleProcess"/>
    <dgm:cxn modelId="{C66C540C-2B4B-4672-A3B8-9F8A71277F26}" type="presParOf" srcId="{6A28320F-E93B-4F7B-878A-F16960C087E9}" destId="{A4174814-4B36-4419-A53E-C4F253C2E825}" srcOrd="6" destOrd="0" presId="urn:microsoft.com/office/officeart/2011/layout/CircleProcess"/>
    <dgm:cxn modelId="{8E1ABE8C-D0A8-408A-930F-D7E5056F8C77}" type="presParOf" srcId="{A4174814-4B36-4419-A53E-C4F253C2E825}" destId="{FBFD7CC7-2B3A-45DC-8F0D-AB98EBA88D58}" srcOrd="0" destOrd="0" presId="urn:microsoft.com/office/officeart/2011/layout/CircleProcess"/>
    <dgm:cxn modelId="{9D4D8135-53DD-4B57-81BC-2A4569869CCA}" type="presParOf" srcId="{6A28320F-E93B-4F7B-878A-F16960C087E9}" destId="{AA13CB41-CCBD-495E-8241-704F7A478189}" srcOrd="7" destOrd="0" presId="urn:microsoft.com/office/officeart/2011/layout/CircleProcess"/>
    <dgm:cxn modelId="{BF332934-7576-4349-BCBB-D94CEE7B7732}" type="presParOf" srcId="{AA13CB41-CCBD-495E-8241-704F7A478189}" destId="{F111BB2D-34D8-47AF-9565-30907E132DD7}" srcOrd="0" destOrd="0" presId="urn:microsoft.com/office/officeart/2011/layout/CircleProcess"/>
    <dgm:cxn modelId="{920CD902-5C6D-410A-89BC-FB314DB86A22}" type="presParOf" srcId="{6A28320F-E93B-4F7B-878A-F16960C087E9}" destId="{2FD3EABB-59BD-4AA0-8E02-91CACC24EE5C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EDE8D9-8A88-4A53-8054-DDEEE7547EE8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BA43AEA-B98B-47BF-BF50-CF6BE5C25C42}">
      <dgm:prSet/>
      <dgm:spPr/>
      <dgm:t>
        <a:bodyPr/>
        <a:lstStyle/>
        <a:p>
          <a:r>
            <a:rPr lang="en-US" b="1"/>
            <a:t>O(n)</a:t>
          </a:r>
          <a:endParaRPr lang="en-IN"/>
        </a:p>
      </dgm:t>
    </dgm:pt>
    <dgm:pt modelId="{584AA0D6-9FC9-4081-B0FF-D9E785F0A0EB}" type="parTrans" cxnId="{F2B4090F-0B6C-4742-B6D3-1C704B32C7B3}">
      <dgm:prSet/>
      <dgm:spPr/>
      <dgm:t>
        <a:bodyPr/>
        <a:lstStyle/>
        <a:p>
          <a:endParaRPr lang="en-IN"/>
        </a:p>
      </dgm:t>
    </dgm:pt>
    <dgm:pt modelId="{73A41195-1E63-43AF-B5A3-775A483F56F8}" type="sibTrans" cxnId="{F2B4090F-0B6C-4742-B6D3-1C704B32C7B3}">
      <dgm:prSet/>
      <dgm:spPr/>
      <dgm:t>
        <a:bodyPr/>
        <a:lstStyle/>
        <a:p>
          <a:endParaRPr lang="en-IN"/>
        </a:p>
      </dgm:t>
    </dgm:pt>
    <dgm:pt modelId="{14181A54-027F-4165-9417-C90061488173}">
      <dgm:prSet/>
      <dgm:spPr/>
      <dgm:t>
        <a:bodyPr/>
        <a:lstStyle/>
        <a:p>
          <a:r>
            <a:rPr lang="en-US"/>
            <a:t>Linear growth. </a:t>
          </a:r>
          <a:endParaRPr lang="en-IN"/>
        </a:p>
      </dgm:t>
    </dgm:pt>
    <dgm:pt modelId="{D0A9EF20-0794-425C-9B45-8AD74BB82011}" type="parTrans" cxnId="{8130840F-5B49-4793-A059-B234D317B60D}">
      <dgm:prSet/>
      <dgm:spPr/>
      <dgm:t>
        <a:bodyPr/>
        <a:lstStyle/>
        <a:p>
          <a:endParaRPr lang="en-IN"/>
        </a:p>
      </dgm:t>
    </dgm:pt>
    <dgm:pt modelId="{68C0A381-6049-4B85-B6A4-884A749984EF}" type="sibTrans" cxnId="{8130840F-5B49-4793-A059-B234D317B60D}">
      <dgm:prSet/>
      <dgm:spPr/>
      <dgm:t>
        <a:bodyPr/>
        <a:lstStyle/>
        <a:p>
          <a:endParaRPr lang="en-IN"/>
        </a:p>
      </dgm:t>
    </dgm:pt>
    <dgm:pt modelId="{C66E032D-CA11-4B27-8E6F-F3189A8A1658}">
      <dgm:prSet/>
      <dgm:spPr/>
      <dgm:t>
        <a:bodyPr/>
        <a:lstStyle/>
        <a:p>
          <a:r>
            <a:rPr lang="en-US" dirty="0"/>
            <a:t>Best for searching and traversing data. </a:t>
          </a:r>
          <a:endParaRPr lang="en-IN" dirty="0"/>
        </a:p>
      </dgm:t>
    </dgm:pt>
    <dgm:pt modelId="{93139F1B-CCF1-444E-B41D-BC136BD9C7BC}" type="parTrans" cxnId="{A2BE3EDB-F9C7-443F-A8C7-A631EF8874E5}">
      <dgm:prSet/>
      <dgm:spPr/>
      <dgm:t>
        <a:bodyPr/>
        <a:lstStyle/>
        <a:p>
          <a:endParaRPr lang="en-IN"/>
        </a:p>
      </dgm:t>
    </dgm:pt>
    <dgm:pt modelId="{7D5D4926-96CB-4668-B287-E75C4F2E3F3C}" type="sibTrans" cxnId="{A2BE3EDB-F9C7-443F-A8C7-A631EF8874E5}">
      <dgm:prSet/>
      <dgm:spPr/>
      <dgm:t>
        <a:bodyPr/>
        <a:lstStyle/>
        <a:p>
          <a:endParaRPr lang="en-IN"/>
        </a:p>
      </dgm:t>
    </dgm:pt>
    <dgm:pt modelId="{A06AA0AF-29D7-4CC7-9DD4-3FCB815386A6}">
      <dgm:prSet/>
      <dgm:spPr/>
      <dgm:t>
        <a:bodyPr/>
        <a:lstStyle/>
        <a:p>
          <a:r>
            <a:rPr lang="en-US"/>
            <a:t>Efficient even for very large datasets. </a:t>
          </a:r>
          <a:endParaRPr lang="en-IN"/>
        </a:p>
      </dgm:t>
    </dgm:pt>
    <dgm:pt modelId="{57201956-479B-4582-9072-45D9C05BD511}" type="parTrans" cxnId="{74B46C21-4A17-4A2E-82C9-C8004EAE7C2B}">
      <dgm:prSet/>
      <dgm:spPr/>
      <dgm:t>
        <a:bodyPr/>
        <a:lstStyle/>
        <a:p>
          <a:endParaRPr lang="en-IN"/>
        </a:p>
      </dgm:t>
    </dgm:pt>
    <dgm:pt modelId="{BCE268D3-AAE4-49D4-8B5F-DB8A07AB2D9A}" type="sibTrans" cxnId="{74B46C21-4A17-4A2E-82C9-C8004EAE7C2B}">
      <dgm:prSet/>
      <dgm:spPr/>
      <dgm:t>
        <a:bodyPr/>
        <a:lstStyle/>
        <a:p>
          <a:endParaRPr lang="en-IN"/>
        </a:p>
      </dgm:t>
    </dgm:pt>
    <dgm:pt modelId="{235C7858-170A-4E7A-863E-561EC36F9FD5}">
      <dgm:prSet/>
      <dgm:spPr/>
      <dgm:t>
        <a:bodyPr/>
        <a:lstStyle/>
        <a:p>
          <a:r>
            <a:rPr lang="en-US" b="1"/>
            <a:t>O(n log n)</a:t>
          </a:r>
          <a:endParaRPr lang="en-IN"/>
        </a:p>
      </dgm:t>
    </dgm:pt>
    <dgm:pt modelId="{3074478A-F97F-477C-9E52-62EF0FE2D4EF}" type="parTrans" cxnId="{103C73CC-6FBA-4CC5-910F-A7E7DDC6757F}">
      <dgm:prSet/>
      <dgm:spPr/>
      <dgm:t>
        <a:bodyPr/>
        <a:lstStyle/>
        <a:p>
          <a:endParaRPr lang="en-IN"/>
        </a:p>
      </dgm:t>
    </dgm:pt>
    <dgm:pt modelId="{6A0D0D34-2354-4B50-9D3F-A052A60A4B20}" type="sibTrans" cxnId="{103C73CC-6FBA-4CC5-910F-A7E7DDC6757F}">
      <dgm:prSet/>
      <dgm:spPr/>
      <dgm:t>
        <a:bodyPr/>
        <a:lstStyle/>
        <a:p>
          <a:endParaRPr lang="en-IN"/>
        </a:p>
      </dgm:t>
    </dgm:pt>
    <dgm:pt modelId="{DF5763E8-6704-4BD2-9450-7A4F06A1ECAF}">
      <dgm:prSet/>
      <dgm:spPr/>
      <dgm:t>
        <a:bodyPr/>
        <a:lstStyle/>
        <a:p>
          <a:r>
            <a:rPr lang="en-US"/>
            <a:t>Slightly slower than O(n). </a:t>
          </a:r>
          <a:endParaRPr lang="en-IN"/>
        </a:p>
      </dgm:t>
    </dgm:pt>
    <dgm:pt modelId="{044A16F6-14C6-4BE9-A31E-1FA0151EF378}" type="parTrans" cxnId="{42FEADC7-52C3-4A11-A822-6EEDA95BA1EB}">
      <dgm:prSet/>
      <dgm:spPr/>
      <dgm:t>
        <a:bodyPr/>
        <a:lstStyle/>
        <a:p>
          <a:endParaRPr lang="en-IN"/>
        </a:p>
      </dgm:t>
    </dgm:pt>
    <dgm:pt modelId="{323CB046-20FA-4859-81B8-A5C82E10EC3A}" type="sibTrans" cxnId="{42FEADC7-52C3-4A11-A822-6EEDA95BA1EB}">
      <dgm:prSet/>
      <dgm:spPr/>
      <dgm:t>
        <a:bodyPr/>
        <a:lstStyle/>
        <a:p>
          <a:endParaRPr lang="en-IN"/>
        </a:p>
      </dgm:t>
    </dgm:pt>
    <dgm:pt modelId="{F2A00EDA-EA1E-4A24-9842-5C8DD8DD5A19}">
      <dgm:prSet/>
      <dgm:spPr/>
      <dgm:t>
        <a:bodyPr/>
        <a:lstStyle/>
        <a:p>
          <a:r>
            <a:rPr lang="en-US"/>
            <a:t>Excellent for efficient sorting algorithms like Merge Sort and Heap Sort. </a:t>
          </a:r>
          <a:endParaRPr lang="en-IN"/>
        </a:p>
      </dgm:t>
    </dgm:pt>
    <dgm:pt modelId="{6966EDF0-E9B5-4EBE-9709-361B7ED312EB}" type="parTrans" cxnId="{74BDC493-4B1B-404D-AABA-C9D569362DCB}">
      <dgm:prSet/>
      <dgm:spPr/>
      <dgm:t>
        <a:bodyPr/>
        <a:lstStyle/>
        <a:p>
          <a:endParaRPr lang="en-IN"/>
        </a:p>
      </dgm:t>
    </dgm:pt>
    <dgm:pt modelId="{EA43E77F-070D-492E-AF1D-D3EFB88A5B7D}" type="sibTrans" cxnId="{74BDC493-4B1B-404D-AABA-C9D569362DCB}">
      <dgm:prSet/>
      <dgm:spPr/>
      <dgm:t>
        <a:bodyPr/>
        <a:lstStyle/>
        <a:p>
          <a:endParaRPr lang="en-IN"/>
        </a:p>
      </dgm:t>
    </dgm:pt>
    <dgm:pt modelId="{1E6BD1CE-2F45-4E45-8AF4-DD4A771CD9AA}">
      <dgm:prSet/>
      <dgm:spPr/>
      <dgm:t>
        <a:bodyPr/>
        <a:lstStyle/>
        <a:p>
          <a:r>
            <a:rPr lang="en-US"/>
            <a:t>Suitable for large datasets. </a:t>
          </a:r>
          <a:endParaRPr lang="en-IN"/>
        </a:p>
      </dgm:t>
    </dgm:pt>
    <dgm:pt modelId="{B890B38F-F8A7-49A7-84CB-1177F44A402E}" type="parTrans" cxnId="{D816BA1E-E778-4977-8BA8-BF60BB50EE79}">
      <dgm:prSet/>
      <dgm:spPr/>
      <dgm:t>
        <a:bodyPr/>
        <a:lstStyle/>
        <a:p>
          <a:endParaRPr lang="en-IN"/>
        </a:p>
      </dgm:t>
    </dgm:pt>
    <dgm:pt modelId="{92D1BA8A-D3C1-410B-AC85-020C879A2699}" type="sibTrans" cxnId="{D816BA1E-E778-4977-8BA8-BF60BB50EE79}">
      <dgm:prSet/>
      <dgm:spPr/>
      <dgm:t>
        <a:bodyPr/>
        <a:lstStyle/>
        <a:p>
          <a:endParaRPr lang="en-IN"/>
        </a:p>
      </dgm:t>
    </dgm:pt>
    <dgm:pt modelId="{8D3E065D-BE9D-4747-822F-A739B47729D8}">
      <dgm:prSet/>
      <dgm:spPr/>
      <dgm:t>
        <a:bodyPr/>
        <a:lstStyle/>
        <a:p>
          <a:r>
            <a:rPr lang="en-US" b="1"/>
            <a:t>O(n²)</a:t>
          </a:r>
          <a:endParaRPr lang="en-IN"/>
        </a:p>
      </dgm:t>
    </dgm:pt>
    <dgm:pt modelId="{35E02A3D-2479-4A53-B81C-FC38C1AEE0EE}" type="parTrans" cxnId="{F969A042-8469-4CE5-819C-16D8E9408384}">
      <dgm:prSet/>
      <dgm:spPr/>
      <dgm:t>
        <a:bodyPr/>
        <a:lstStyle/>
        <a:p>
          <a:endParaRPr lang="en-IN"/>
        </a:p>
      </dgm:t>
    </dgm:pt>
    <dgm:pt modelId="{682C5DDA-FDFF-4E22-92C3-8C4E7C77E802}" type="sibTrans" cxnId="{F969A042-8469-4CE5-819C-16D8E9408384}">
      <dgm:prSet/>
      <dgm:spPr/>
      <dgm:t>
        <a:bodyPr/>
        <a:lstStyle/>
        <a:p>
          <a:endParaRPr lang="en-IN"/>
        </a:p>
      </dgm:t>
    </dgm:pt>
    <dgm:pt modelId="{5802B402-FE7E-4833-835A-04BA2DD8C4F4}">
      <dgm:prSet/>
      <dgm:spPr/>
      <dgm:t>
        <a:bodyPr/>
        <a:lstStyle/>
        <a:p>
          <a:r>
            <a:rPr lang="en-US"/>
            <a:t>Growth increases rapidly. </a:t>
          </a:r>
          <a:endParaRPr lang="en-IN"/>
        </a:p>
      </dgm:t>
    </dgm:pt>
    <dgm:pt modelId="{76F4A90E-479E-4259-AAEF-5FF060D30097}" type="parTrans" cxnId="{F14FDDA2-2F5F-4AAE-BC57-D45855586D46}">
      <dgm:prSet/>
      <dgm:spPr/>
      <dgm:t>
        <a:bodyPr/>
        <a:lstStyle/>
        <a:p>
          <a:endParaRPr lang="en-IN"/>
        </a:p>
      </dgm:t>
    </dgm:pt>
    <dgm:pt modelId="{5A6DEEF1-DF42-4886-A34C-32DE16D0545E}" type="sibTrans" cxnId="{F14FDDA2-2F5F-4AAE-BC57-D45855586D46}">
      <dgm:prSet/>
      <dgm:spPr/>
      <dgm:t>
        <a:bodyPr/>
        <a:lstStyle/>
        <a:p>
          <a:endParaRPr lang="en-IN"/>
        </a:p>
      </dgm:t>
    </dgm:pt>
    <dgm:pt modelId="{664131E1-53DC-4C13-A91D-50D1AFC71700}">
      <dgm:prSet/>
      <dgm:spPr/>
      <dgm:t>
        <a:bodyPr/>
        <a:lstStyle/>
        <a:p>
          <a:r>
            <a:rPr lang="en-US"/>
            <a:t>Acceptable only for small datasets. </a:t>
          </a:r>
          <a:endParaRPr lang="en-IN"/>
        </a:p>
      </dgm:t>
    </dgm:pt>
    <dgm:pt modelId="{6B3D707C-CD20-45A9-9DC7-557F4AF6ED0B}" type="parTrans" cxnId="{3B4A3A79-79B1-41F3-A2E5-1D05EA32F085}">
      <dgm:prSet/>
      <dgm:spPr/>
      <dgm:t>
        <a:bodyPr/>
        <a:lstStyle/>
        <a:p>
          <a:endParaRPr lang="en-IN"/>
        </a:p>
      </dgm:t>
    </dgm:pt>
    <dgm:pt modelId="{9978F336-2218-4FE7-A618-478907788F0C}" type="sibTrans" cxnId="{3B4A3A79-79B1-41F3-A2E5-1D05EA32F085}">
      <dgm:prSet/>
      <dgm:spPr/>
      <dgm:t>
        <a:bodyPr/>
        <a:lstStyle/>
        <a:p>
          <a:endParaRPr lang="en-IN"/>
        </a:p>
      </dgm:t>
    </dgm:pt>
    <dgm:pt modelId="{62C4CE06-0DDB-4B23-8A35-2E7AA8D6D329}">
      <dgm:prSet/>
      <dgm:spPr/>
      <dgm:t>
        <a:bodyPr/>
        <a:lstStyle/>
        <a:p>
          <a:r>
            <a:rPr lang="en-US"/>
            <a:t>Poor performance for large datasets because the number of operations grows quadratically.</a:t>
          </a:r>
          <a:endParaRPr lang="en-IN"/>
        </a:p>
      </dgm:t>
    </dgm:pt>
    <dgm:pt modelId="{2CFD774F-5D07-4F17-966F-49E9648379A3}" type="parTrans" cxnId="{2857DD6F-9E15-48B9-BED7-B58BB8337339}">
      <dgm:prSet/>
      <dgm:spPr/>
      <dgm:t>
        <a:bodyPr/>
        <a:lstStyle/>
        <a:p>
          <a:endParaRPr lang="en-IN"/>
        </a:p>
      </dgm:t>
    </dgm:pt>
    <dgm:pt modelId="{7E307D44-CC0D-4090-BDC6-A62769258204}" type="sibTrans" cxnId="{2857DD6F-9E15-48B9-BED7-B58BB8337339}">
      <dgm:prSet/>
      <dgm:spPr/>
      <dgm:t>
        <a:bodyPr/>
        <a:lstStyle/>
        <a:p>
          <a:endParaRPr lang="en-IN"/>
        </a:p>
      </dgm:t>
    </dgm:pt>
    <dgm:pt modelId="{28278625-52CC-4B5B-9552-CB2C64BEF4B0}" type="pres">
      <dgm:prSet presAssocID="{3FEDE8D9-8A88-4A53-8054-DDEEE7547EE8}" presName="Name0" presStyleCnt="0">
        <dgm:presLayoutVars>
          <dgm:dir/>
          <dgm:animLvl val="lvl"/>
          <dgm:resizeHandles val="exact"/>
        </dgm:presLayoutVars>
      </dgm:prSet>
      <dgm:spPr/>
    </dgm:pt>
    <dgm:pt modelId="{D393BAA2-E32C-4DC7-8C6E-AB9C2F7562B3}" type="pres">
      <dgm:prSet presAssocID="{EBA43AEA-B98B-47BF-BF50-CF6BE5C25C42}" presName="linNode" presStyleCnt="0"/>
      <dgm:spPr/>
    </dgm:pt>
    <dgm:pt modelId="{A952D978-AEEE-4DF7-9B1E-7C0FC8D29851}" type="pres">
      <dgm:prSet presAssocID="{EBA43AEA-B98B-47BF-BF50-CF6BE5C25C4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EB3448E-253E-4EAC-9094-9D3663F5640A}" type="pres">
      <dgm:prSet presAssocID="{EBA43AEA-B98B-47BF-BF50-CF6BE5C25C42}" presName="descendantText" presStyleLbl="alignAccFollowNode1" presStyleIdx="0" presStyleCnt="3">
        <dgm:presLayoutVars>
          <dgm:bulletEnabled val="1"/>
        </dgm:presLayoutVars>
      </dgm:prSet>
      <dgm:spPr/>
    </dgm:pt>
    <dgm:pt modelId="{471FC19C-9C52-4D43-A586-5BCECEFB9D8A}" type="pres">
      <dgm:prSet presAssocID="{73A41195-1E63-43AF-B5A3-775A483F56F8}" presName="sp" presStyleCnt="0"/>
      <dgm:spPr/>
    </dgm:pt>
    <dgm:pt modelId="{5FA2154C-F98F-4DAB-A277-26EB897AF049}" type="pres">
      <dgm:prSet presAssocID="{235C7858-170A-4E7A-863E-561EC36F9FD5}" presName="linNode" presStyleCnt="0"/>
      <dgm:spPr/>
    </dgm:pt>
    <dgm:pt modelId="{0EC12A96-67B6-40F5-AE6A-3E3366DF9768}" type="pres">
      <dgm:prSet presAssocID="{235C7858-170A-4E7A-863E-561EC36F9FD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BA6A892-10DA-4CE1-9311-AA8EB82A89D7}" type="pres">
      <dgm:prSet presAssocID="{235C7858-170A-4E7A-863E-561EC36F9FD5}" presName="descendantText" presStyleLbl="alignAccFollowNode1" presStyleIdx="1" presStyleCnt="3">
        <dgm:presLayoutVars>
          <dgm:bulletEnabled val="1"/>
        </dgm:presLayoutVars>
      </dgm:prSet>
      <dgm:spPr/>
    </dgm:pt>
    <dgm:pt modelId="{F02BE57C-88FD-4DE9-B247-724E6CE2834E}" type="pres">
      <dgm:prSet presAssocID="{6A0D0D34-2354-4B50-9D3F-A052A60A4B20}" presName="sp" presStyleCnt="0"/>
      <dgm:spPr/>
    </dgm:pt>
    <dgm:pt modelId="{5A329680-9761-431C-83DB-C861F5B3508F}" type="pres">
      <dgm:prSet presAssocID="{8D3E065D-BE9D-4747-822F-A739B47729D8}" presName="linNode" presStyleCnt="0"/>
      <dgm:spPr/>
    </dgm:pt>
    <dgm:pt modelId="{0EC0403F-7EC8-4749-A3CD-0A11382AA06D}" type="pres">
      <dgm:prSet presAssocID="{8D3E065D-BE9D-4747-822F-A739B47729D8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65C63E2-ED42-4CF0-BB9D-E084ABFB037A}" type="pres">
      <dgm:prSet presAssocID="{8D3E065D-BE9D-4747-822F-A739B47729D8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91E4303-4EA8-4E95-BB59-D288301B0D17}" type="presOf" srcId="{EBA43AEA-B98B-47BF-BF50-CF6BE5C25C42}" destId="{A952D978-AEEE-4DF7-9B1E-7C0FC8D29851}" srcOrd="0" destOrd="0" presId="urn:microsoft.com/office/officeart/2005/8/layout/vList5"/>
    <dgm:cxn modelId="{F2B4090F-0B6C-4742-B6D3-1C704B32C7B3}" srcId="{3FEDE8D9-8A88-4A53-8054-DDEEE7547EE8}" destId="{EBA43AEA-B98B-47BF-BF50-CF6BE5C25C42}" srcOrd="0" destOrd="0" parTransId="{584AA0D6-9FC9-4081-B0FF-D9E785F0A0EB}" sibTransId="{73A41195-1E63-43AF-B5A3-775A483F56F8}"/>
    <dgm:cxn modelId="{8130840F-5B49-4793-A059-B234D317B60D}" srcId="{EBA43AEA-B98B-47BF-BF50-CF6BE5C25C42}" destId="{14181A54-027F-4165-9417-C90061488173}" srcOrd="0" destOrd="0" parTransId="{D0A9EF20-0794-425C-9B45-8AD74BB82011}" sibTransId="{68C0A381-6049-4B85-B6A4-884A749984EF}"/>
    <dgm:cxn modelId="{ED79201A-4BC6-4ADF-A86B-AEACB1564B3A}" type="presOf" srcId="{14181A54-027F-4165-9417-C90061488173}" destId="{8EB3448E-253E-4EAC-9094-9D3663F5640A}" srcOrd="0" destOrd="0" presId="urn:microsoft.com/office/officeart/2005/8/layout/vList5"/>
    <dgm:cxn modelId="{D816BA1E-E778-4977-8BA8-BF60BB50EE79}" srcId="{235C7858-170A-4E7A-863E-561EC36F9FD5}" destId="{1E6BD1CE-2F45-4E45-8AF4-DD4A771CD9AA}" srcOrd="2" destOrd="0" parTransId="{B890B38F-F8A7-49A7-84CB-1177F44A402E}" sibTransId="{92D1BA8A-D3C1-410B-AC85-020C879A2699}"/>
    <dgm:cxn modelId="{74B46C21-4A17-4A2E-82C9-C8004EAE7C2B}" srcId="{EBA43AEA-B98B-47BF-BF50-CF6BE5C25C42}" destId="{A06AA0AF-29D7-4CC7-9DD4-3FCB815386A6}" srcOrd="2" destOrd="0" parTransId="{57201956-479B-4582-9072-45D9C05BD511}" sibTransId="{BCE268D3-AAE4-49D4-8B5F-DB8A07AB2D9A}"/>
    <dgm:cxn modelId="{79B63E34-A695-4783-BA4E-69E85353DF91}" type="presOf" srcId="{235C7858-170A-4E7A-863E-561EC36F9FD5}" destId="{0EC12A96-67B6-40F5-AE6A-3E3366DF9768}" srcOrd="0" destOrd="0" presId="urn:microsoft.com/office/officeart/2005/8/layout/vList5"/>
    <dgm:cxn modelId="{F969A042-8469-4CE5-819C-16D8E9408384}" srcId="{3FEDE8D9-8A88-4A53-8054-DDEEE7547EE8}" destId="{8D3E065D-BE9D-4747-822F-A739B47729D8}" srcOrd="2" destOrd="0" parTransId="{35E02A3D-2479-4A53-B81C-FC38C1AEE0EE}" sibTransId="{682C5DDA-FDFF-4E22-92C3-8C4E7C77E802}"/>
    <dgm:cxn modelId="{42DD3365-F594-43D2-9A32-1CA7EB92AF5D}" type="presOf" srcId="{8D3E065D-BE9D-4747-822F-A739B47729D8}" destId="{0EC0403F-7EC8-4749-A3CD-0A11382AA06D}" srcOrd="0" destOrd="0" presId="urn:microsoft.com/office/officeart/2005/8/layout/vList5"/>
    <dgm:cxn modelId="{748EB966-3E0B-4A91-8924-FF87FBE234C3}" type="presOf" srcId="{3FEDE8D9-8A88-4A53-8054-DDEEE7547EE8}" destId="{28278625-52CC-4B5B-9552-CB2C64BEF4B0}" srcOrd="0" destOrd="0" presId="urn:microsoft.com/office/officeart/2005/8/layout/vList5"/>
    <dgm:cxn modelId="{2857DD6F-9E15-48B9-BED7-B58BB8337339}" srcId="{8D3E065D-BE9D-4747-822F-A739B47729D8}" destId="{62C4CE06-0DDB-4B23-8A35-2E7AA8D6D329}" srcOrd="2" destOrd="0" parTransId="{2CFD774F-5D07-4F17-966F-49E9648379A3}" sibTransId="{7E307D44-CC0D-4090-BDC6-A62769258204}"/>
    <dgm:cxn modelId="{55975571-187D-40DE-8258-B924918AF6DF}" type="presOf" srcId="{A06AA0AF-29D7-4CC7-9DD4-3FCB815386A6}" destId="{8EB3448E-253E-4EAC-9094-9D3663F5640A}" srcOrd="0" destOrd="2" presId="urn:microsoft.com/office/officeart/2005/8/layout/vList5"/>
    <dgm:cxn modelId="{AC43C973-599C-4B71-A497-8647108D9040}" type="presOf" srcId="{62C4CE06-0DDB-4B23-8A35-2E7AA8D6D329}" destId="{565C63E2-ED42-4CF0-BB9D-E084ABFB037A}" srcOrd="0" destOrd="2" presId="urn:microsoft.com/office/officeart/2005/8/layout/vList5"/>
    <dgm:cxn modelId="{3B4A3A79-79B1-41F3-A2E5-1D05EA32F085}" srcId="{8D3E065D-BE9D-4747-822F-A739B47729D8}" destId="{664131E1-53DC-4C13-A91D-50D1AFC71700}" srcOrd="1" destOrd="0" parTransId="{6B3D707C-CD20-45A9-9DC7-557F4AF6ED0B}" sibTransId="{9978F336-2218-4FE7-A618-478907788F0C}"/>
    <dgm:cxn modelId="{7C1B4E8A-0062-4FE3-80B6-64B084941C4F}" type="presOf" srcId="{664131E1-53DC-4C13-A91D-50D1AFC71700}" destId="{565C63E2-ED42-4CF0-BB9D-E084ABFB037A}" srcOrd="0" destOrd="1" presId="urn:microsoft.com/office/officeart/2005/8/layout/vList5"/>
    <dgm:cxn modelId="{F81C668D-886A-4B7E-82AC-4804DC9E7816}" type="presOf" srcId="{5802B402-FE7E-4833-835A-04BA2DD8C4F4}" destId="{565C63E2-ED42-4CF0-BB9D-E084ABFB037A}" srcOrd="0" destOrd="0" presId="urn:microsoft.com/office/officeart/2005/8/layout/vList5"/>
    <dgm:cxn modelId="{74BDC493-4B1B-404D-AABA-C9D569362DCB}" srcId="{235C7858-170A-4E7A-863E-561EC36F9FD5}" destId="{F2A00EDA-EA1E-4A24-9842-5C8DD8DD5A19}" srcOrd="1" destOrd="0" parTransId="{6966EDF0-E9B5-4EBE-9709-361B7ED312EB}" sibTransId="{EA43E77F-070D-492E-AF1D-D3EFB88A5B7D}"/>
    <dgm:cxn modelId="{E3AA859A-AEC8-4387-A13D-32299FF0D7E4}" type="presOf" srcId="{F2A00EDA-EA1E-4A24-9842-5C8DD8DD5A19}" destId="{6BA6A892-10DA-4CE1-9311-AA8EB82A89D7}" srcOrd="0" destOrd="1" presId="urn:microsoft.com/office/officeart/2005/8/layout/vList5"/>
    <dgm:cxn modelId="{CFA38D9B-F243-4B7F-9731-13DDB19A9931}" type="presOf" srcId="{DF5763E8-6704-4BD2-9450-7A4F06A1ECAF}" destId="{6BA6A892-10DA-4CE1-9311-AA8EB82A89D7}" srcOrd="0" destOrd="0" presId="urn:microsoft.com/office/officeart/2005/8/layout/vList5"/>
    <dgm:cxn modelId="{F14FDDA2-2F5F-4AAE-BC57-D45855586D46}" srcId="{8D3E065D-BE9D-4747-822F-A739B47729D8}" destId="{5802B402-FE7E-4833-835A-04BA2DD8C4F4}" srcOrd="0" destOrd="0" parTransId="{76F4A90E-479E-4259-AAEF-5FF060D30097}" sibTransId="{5A6DEEF1-DF42-4886-A34C-32DE16D0545E}"/>
    <dgm:cxn modelId="{42FEADC7-52C3-4A11-A822-6EEDA95BA1EB}" srcId="{235C7858-170A-4E7A-863E-561EC36F9FD5}" destId="{DF5763E8-6704-4BD2-9450-7A4F06A1ECAF}" srcOrd="0" destOrd="0" parTransId="{044A16F6-14C6-4BE9-A31E-1FA0151EF378}" sibTransId="{323CB046-20FA-4859-81B8-A5C82E10EC3A}"/>
    <dgm:cxn modelId="{103C73CC-6FBA-4CC5-910F-A7E7DDC6757F}" srcId="{3FEDE8D9-8A88-4A53-8054-DDEEE7547EE8}" destId="{235C7858-170A-4E7A-863E-561EC36F9FD5}" srcOrd="1" destOrd="0" parTransId="{3074478A-F97F-477C-9E52-62EF0FE2D4EF}" sibTransId="{6A0D0D34-2354-4B50-9D3F-A052A60A4B20}"/>
    <dgm:cxn modelId="{A2BE3EDB-F9C7-443F-A8C7-A631EF8874E5}" srcId="{EBA43AEA-B98B-47BF-BF50-CF6BE5C25C42}" destId="{C66E032D-CA11-4B27-8E6F-F3189A8A1658}" srcOrd="1" destOrd="0" parTransId="{93139F1B-CCF1-444E-B41D-BC136BD9C7BC}" sibTransId="{7D5D4926-96CB-4668-B287-E75C4F2E3F3C}"/>
    <dgm:cxn modelId="{973F8FE1-4540-4C31-AC32-B4883CFC50A5}" type="presOf" srcId="{1E6BD1CE-2F45-4E45-8AF4-DD4A771CD9AA}" destId="{6BA6A892-10DA-4CE1-9311-AA8EB82A89D7}" srcOrd="0" destOrd="2" presId="urn:microsoft.com/office/officeart/2005/8/layout/vList5"/>
    <dgm:cxn modelId="{DAF7EFFE-5C44-4923-9FD6-ABA6CB85B879}" type="presOf" srcId="{C66E032D-CA11-4B27-8E6F-F3189A8A1658}" destId="{8EB3448E-253E-4EAC-9094-9D3663F5640A}" srcOrd="0" destOrd="1" presId="urn:microsoft.com/office/officeart/2005/8/layout/vList5"/>
    <dgm:cxn modelId="{132BDA3C-DE12-4BB2-B33F-A38D446BB5CB}" type="presParOf" srcId="{28278625-52CC-4B5B-9552-CB2C64BEF4B0}" destId="{D393BAA2-E32C-4DC7-8C6E-AB9C2F7562B3}" srcOrd="0" destOrd="0" presId="urn:microsoft.com/office/officeart/2005/8/layout/vList5"/>
    <dgm:cxn modelId="{CDDC8CF5-D4D0-4869-ACC7-6B93B15C0540}" type="presParOf" srcId="{D393BAA2-E32C-4DC7-8C6E-AB9C2F7562B3}" destId="{A952D978-AEEE-4DF7-9B1E-7C0FC8D29851}" srcOrd="0" destOrd="0" presId="urn:microsoft.com/office/officeart/2005/8/layout/vList5"/>
    <dgm:cxn modelId="{677D338C-5A87-4CE1-A059-33726D6A9DD7}" type="presParOf" srcId="{D393BAA2-E32C-4DC7-8C6E-AB9C2F7562B3}" destId="{8EB3448E-253E-4EAC-9094-9D3663F5640A}" srcOrd="1" destOrd="0" presId="urn:microsoft.com/office/officeart/2005/8/layout/vList5"/>
    <dgm:cxn modelId="{FDD8CB40-E976-4C5A-BACF-F34C076BCCE6}" type="presParOf" srcId="{28278625-52CC-4B5B-9552-CB2C64BEF4B0}" destId="{471FC19C-9C52-4D43-A586-5BCECEFB9D8A}" srcOrd="1" destOrd="0" presId="urn:microsoft.com/office/officeart/2005/8/layout/vList5"/>
    <dgm:cxn modelId="{84A2F0B9-3A46-4886-A669-95B2ABDE8996}" type="presParOf" srcId="{28278625-52CC-4B5B-9552-CB2C64BEF4B0}" destId="{5FA2154C-F98F-4DAB-A277-26EB897AF049}" srcOrd="2" destOrd="0" presId="urn:microsoft.com/office/officeart/2005/8/layout/vList5"/>
    <dgm:cxn modelId="{3F72B071-676A-47A1-8FE8-E795AED39371}" type="presParOf" srcId="{5FA2154C-F98F-4DAB-A277-26EB897AF049}" destId="{0EC12A96-67B6-40F5-AE6A-3E3366DF9768}" srcOrd="0" destOrd="0" presId="urn:microsoft.com/office/officeart/2005/8/layout/vList5"/>
    <dgm:cxn modelId="{8B528A3C-C880-4750-9122-130D4549996D}" type="presParOf" srcId="{5FA2154C-F98F-4DAB-A277-26EB897AF049}" destId="{6BA6A892-10DA-4CE1-9311-AA8EB82A89D7}" srcOrd="1" destOrd="0" presId="urn:microsoft.com/office/officeart/2005/8/layout/vList5"/>
    <dgm:cxn modelId="{3B65AE28-A6C2-4F16-85BA-83710A462CFE}" type="presParOf" srcId="{28278625-52CC-4B5B-9552-CB2C64BEF4B0}" destId="{F02BE57C-88FD-4DE9-B247-724E6CE2834E}" srcOrd="3" destOrd="0" presId="urn:microsoft.com/office/officeart/2005/8/layout/vList5"/>
    <dgm:cxn modelId="{B0D9D91D-A3CA-459F-AE7E-28ECD9C4FEA9}" type="presParOf" srcId="{28278625-52CC-4B5B-9552-CB2C64BEF4B0}" destId="{5A329680-9761-431C-83DB-C861F5B3508F}" srcOrd="4" destOrd="0" presId="urn:microsoft.com/office/officeart/2005/8/layout/vList5"/>
    <dgm:cxn modelId="{28CF56AC-4E37-4D2D-9A94-6FBC5780FED5}" type="presParOf" srcId="{5A329680-9761-431C-83DB-C861F5B3508F}" destId="{0EC0403F-7EC8-4749-A3CD-0A11382AA06D}" srcOrd="0" destOrd="0" presId="urn:microsoft.com/office/officeart/2005/8/layout/vList5"/>
    <dgm:cxn modelId="{3AAF651E-39C7-4C81-95D8-5BA263687645}" type="presParOf" srcId="{5A329680-9761-431C-83DB-C861F5B3508F}" destId="{565C63E2-ED42-4CF0-BB9D-E084ABFB037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DD6EDB-FD8F-47B6-A3A3-7BCAF617E25E}" type="doc">
      <dgm:prSet loTypeId="urn:microsoft.com/office/officeart/2005/8/layout/vList5" loCatId="list" qsTypeId="urn:microsoft.com/office/officeart/2005/8/quickstyle/simple3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90201A8B-CBC3-4E26-9161-0650FB778916}">
      <dgm:prSet/>
      <dgm:spPr/>
      <dgm:t>
        <a:bodyPr/>
        <a:lstStyle/>
        <a:p>
          <a:r>
            <a:rPr lang="en-US"/>
            <a:t>From the comparison and examples:</a:t>
          </a:r>
          <a:endParaRPr lang="en-IN"/>
        </a:p>
      </dgm:t>
    </dgm:pt>
    <dgm:pt modelId="{F42ADEBC-51CC-4280-975C-D934A3EC9FF7}" type="parTrans" cxnId="{159E3D61-72B0-46F1-A3D1-2DD6B1D3E084}">
      <dgm:prSet/>
      <dgm:spPr/>
      <dgm:t>
        <a:bodyPr/>
        <a:lstStyle/>
        <a:p>
          <a:endParaRPr lang="en-IN"/>
        </a:p>
      </dgm:t>
    </dgm:pt>
    <dgm:pt modelId="{1447AE4B-E1D7-4985-AC24-A5271495B6B7}" type="sibTrans" cxnId="{159E3D61-72B0-46F1-A3D1-2DD6B1D3E084}">
      <dgm:prSet/>
      <dgm:spPr/>
      <dgm:t>
        <a:bodyPr/>
        <a:lstStyle/>
        <a:p>
          <a:endParaRPr lang="en-IN"/>
        </a:p>
      </dgm:t>
    </dgm:pt>
    <dgm:pt modelId="{6E6CE241-C2C1-492A-8CC0-F0BA36A6C854}">
      <dgm:prSet/>
      <dgm:spPr/>
      <dgm:t>
        <a:bodyPr/>
        <a:lstStyle/>
        <a:p>
          <a:r>
            <a:rPr lang="en-US" b="1"/>
            <a:t>O(n)</a:t>
          </a:r>
          <a:r>
            <a:rPr lang="en-US"/>
            <a:t> (Linear Search) is the most efficient for simple scanning tasks. </a:t>
          </a:r>
          <a:endParaRPr lang="en-IN"/>
        </a:p>
      </dgm:t>
    </dgm:pt>
    <dgm:pt modelId="{0F47AA42-943E-4569-81BC-495A83D0932A}" type="parTrans" cxnId="{0EDCD973-F1BE-4E84-932D-640F7DAE62C1}">
      <dgm:prSet/>
      <dgm:spPr/>
      <dgm:t>
        <a:bodyPr/>
        <a:lstStyle/>
        <a:p>
          <a:endParaRPr lang="en-IN"/>
        </a:p>
      </dgm:t>
    </dgm:pt>
    <dgm:pt modelId="{BE271363-7B11-41A9-B760-6BE2E28C9E64}" type="sibTrans" cxnId="{0EDCD973-F1BE-4E84-932D-640F7DAE62C1}">
      <dgm:prSet/>
      <dgm:spPr/>
      <dgm:t>
        <a:bodyPr/>
        <a:lstStyle/>
        <a:p>
          <a:endParaRPr lang="en-IN"/>
        </a:p>
      </dgm:t>
    </dgm:pt>
    <dgm:pt modelId="{1D5D80EA-4A62-4043-BB57-59A9B698F0E2}">
      <dgm:prSet/>
      <dgm:spPr/>
      <dgm:t>
        <a:bodyPr/>
        <a:lstStyle/>
        <a:p>
          <a:r>
            <a:rPr lang="en-US" b="1"/>
            <a:t>O(n log n)</a:t>
          </a:r>
          <a:r>
            <a:rPr lang="en-US"/>
            <a:t> (Merge Sort) is the best choice for sorting large datasets because it balances speed and scalability. </a:t>
          </a:r>
          <a:endParaRPr lang="en-IN"/>
        </a:p>
      </dgm:t>
    </dgm:pt>
    <dgm:pt modelId="{B0D777A0-97C9-43CE-8BED-7D2327ECE80B}" type="parTrans" cxnId="{3910E187-EF64-4E73-AC9E-7F33A904941D}">
      <dgm:prSet/>
      <dgm:spPr/>
      <dgm:t>
        <a:bodyPr/>
        <a:lstStyle/>
        <a:p>
          <a:endParaRPr lang="en-IN"/>
        </a:p>
      </dgm:t>
    </dgm:pt>
    <dgm:pt modelId="{6523FA0F-BD89-427A-B8E0-CE63C5AED97D}" type="sibTrans" cxnId="{3910E187-EF64-4E73-AC9E-7F33A904941D}">
      <dgm:prSet/>
      <dgm:spPr/>
      <dgm:t>
        <a:bodyPr/>
        <a:lstStyle/>
        <a:p>
          <a:endParaRPr lang="en-IN"/>
        </a:p>
      </dgm:t>
    </dgm:pt>
    <dgm:pt modelId="{6E9FE706-A24E-41F0-A26E-B8CEC164DE28}">
      <dgm:prSet/>
      <dgm:spPr/>
      <dgm:t>
        <a:bodyPr/>
        <a:lstStyle/>
        <a:p>
          <a:r>
            <a:rPr lang="en-US" b="1"/>
            <a:t>O(n²)</a:t>
          </a:r>
          <a:r>
            <a:rPr lang="en-US"/>
            <a:t> (Bubble Sort) is easy to understand and implement but becomes impractical for large datasets due to its very high number of comparisons. </a:t>
          </a:r>
          <a:endParaRPr lang="en-IN"/>
        </a:p>
      </dgm:t>
    </dgm:pt>
    <dgm:pt modelId="{812A6766-B619-4D3A-9867-AE752759F011}" type="parTrans" cxnId="{052DF841-E177-4F64-B099-F0D7B1467D66}">
      <dgm:prSet/>
      <dgm:spPr/>
      <dgm:t>
        <a:bodyPr/>
        <a:lstStyle/>
        <a:p>
          <a:endParaRPr lang="en-IN"/>
        </a:p>
      </dgm:t>
    </dgm:pt>
    <dgm:pt modelId="{36262E72-38D3-40DF-A45C-39CD65B4EF83}" type="sibTrans" cxnId="{052DF841-E177-4F64-B099-F0D7B1467D66}">
      <dgm:prSet/>
      <dgm:spPr/>
      <dgm:t>
        <a:bodyPr/>
        <a:lstStyle/>
        <a:p>
          <a:endParaRPr lang="en-IN"/>
        </a:p>
      </dgm:t>
    </dgm:pt>
    <dgm:pt modelId="{55AF8B81-709E-46D4-AC00-746185BB972E}">
      <dgm:prSet/>
      <dgm:spPr/>
      <dgm:t>
        <a:bodyPr/>
        <a:lstStyle/>
        <a:p>
          <a:r>
            <a:rPr lang="en-US" b="1"/>
            <a:t>Therefore, for large-scale applications, O(n) and O(n log n) are preferred, while O(n²) should only be used for small datasets or educational purposes.</a:t>
          </a:r>
          <a:endParaRPr lang="en-IN"/>
        </a:p>
      </dgm:t>
    </dgm:pt>
    <dgm:pt modelId="{424BB2ED-0E8D-4F7A-BC8A-CF54DE8E5789}" type="parTrans" cxnId="{56BD26CE-6630-4945-A8FC-F2483889975F}">
      <dgm:prSet/>
      <dgm:spPr/>
      <dgm:t>
        <a:bodyPr/>
        <a:lstStyle/>
        <a:p>
          <a:endParaRPr lang="en-IN"/>
        </a:p>
      </dgm:t>
    </dgm:pt>
    <dgm:pt modelId="{ACAD8407-A283-42E6-9BE8-4C42D590EEA8}" type="sibTrans" cxnId="{56BD26CE-6630-4945-A8FC-F2483889975F}">
      <dgm:prSet/>
      <dgm:spPr/>
      <dgm:t>
        <a:bodyPr/>
        <a:lstStyle/>
        <a:p>
          <a:endParaRPr lang="en-IN"/>
        </a:p>
      </dgm:t>
    </dgm:pt>
    <dgm:pt modelId="{3EE2219C-1F8D-49E3-84BC-982EC88013DE}" type="pres">
      <dgm:prSet presAssocID="{8CDD6EDB-FD8F-47B6-A3A3-7BCAF617E25E}" presName="Name0" presStyleCnt="0">
        <dgm:presLayoutVars>
          <dgm:dir/>
          <dgm:animLvl val="lvl"/>
          <dgm:resizeHandles val="exact"/>
        </dgm:presLayoutVars>
      </dgm:prSet>
      <dgm:spPr/>
    </dgm:pt>
    <dgm:pt modelId="{D28A02C1-DA4B-4344-B841-C06A9A17ADA9}" type="pres">
      <dgm:prSet presAssocID="{90201A8B-CBC3-4E26-9161-0650FB778916}" presName="linNode" presStyleCnt="0"/>
      <dgm:spPr/>
    </dgm:pt>
    <dgm:pt modelId="{35503842-FA91-47A1-8B24-A98933C08074}" type="pres">
      <dgm:prSet presAssocID="{90201A8B-CBC3-4E26-9161-0650FB778916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B75AD4C5-6471-485F-8CCD-E2F2DC54B56C}" type="pres">
      <dgm:prSet presAssocID="{90201A8B-CBC3-4E26-9161-0650FB778916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CC9B1820-6356-4357-AEDF-4376A28F8F46}" type="presOf" srcId="{1D5D80EA-4A62-4043-BB57-59A9B698F0E2}" destId="{B75AD4C5-6471-485F-8CCD-E2F2DC54B56C}" srcOrd="0" destOrd="1" presId="urn:microsoft.com/office/officeart/2005/8/layout/vList5"/>
    <dgm:cxn modelId="{A3F5D62E-F0D8-47C5-9A84-BA059F563028}" type="presOf" srcId="{8CDD6EDB-FD8F-47B6-A3A3-7BCAF617E25E}" destId="{3EE2219C-1F8D-49E3-84BC-982EC88013DE}" srcOrd="0" destOrd="0" presId="urn:microsoft.com/office/officeart/2005/8/layout/vList5"/>
    <dgm:cxn modelId="{159E3D61-72B0-46F1-A3D1-2DD6B1D3E084}" srcId="{8CDD6EDB-FD8F-47B6-A3A3-7BCAF617E25E}" destId="{90201A8B-CBC3-4E26-9161-0650FB778916}" srcOrd="0" destOrd="0" parTransId="{F42ADEBC-51CC-4280-975C-D934A3EC9FF7}" sibTransId="{1447AE4B-E1D7-4985-AC24-A5271495B6B7}"/>
    <dgm:cxn modelId="{052DF841-E177-4F64-B099-F0D7B1467D66}" srcId="{90201A8B-CBC3-4E26-9161-0650FB778916}" destId="{6E9FE706-A24E-41F0-A26E-B8CEC164DE28}" srcOrd="2" destOrd="0" parTransId="{812A6766-B619-4D3A-9867-AE752759F011}" sibTransId="{36262E72-38D3-40DF-A45C-39CD65B4EF83}"/>
    <dgm:cxn modelId="{F2F2456D-8E76-4570-A273-3D8E23FF1464}" type="presOf" srcId="{6E6CE241-C2C1-492A-8CC0-F0BA36A6C854}" destId="{B75AD4C5-6471-485F-8CCD-E2F2DC54B56C}" srcOrd="0" destOrd="0" presId="urn:microsoft.com/office/officeart/2005/8/layout/vList5"/>
    <dgm:cxn modelId="{547A0B70-CA6B-4F04-AAF3-85AB0C6006B7}" type="presOf" srcId="{90201A8B-CBC3-4E26-9161-0650FB778916}" destId="{35503842-FA91-47A1-8B24-A98933C08074}" srcOrd="0" destOrd="0" presId="urn:microsoft.com/office/officeart/2005/8/layout/vList5"/>
    <dgm:cxn modelId="{0EDCD973-F1BE-4E84-932D-640F7DAE62C1}" srcId="{90201A8B-CBC3-4E26-9161-0650FB778916}" destId="{6E6CE241-C2C1-492A-8CC0-F0BA36A6C854}" srcOrd="0" destOrd="0" parTransId="{0F47AA42-943E-4569-81BC-495A83D0932A}" sibTransId="{BE271363-7B11-41A9-B760-6BE2E28C9E64}"/>
    <dgm:cxn modelId="{3910E187-EF64-4E73-AC9E-7F33A904941D}" srcId="{90201A8B-CBC3-4E26-9161-0650FB778916}" destId="{1D5D80EA-4A62-4043-BB57-59A9B698F0E2}" srcOrd="1" destOrd="0" parTransId="{B0D777A0-97C9-43CE-8BED-7D2327ECE80B}" sibTransId="{6523FA0F-BD89-427A-B8E0-CE63C5AED97D}"/>
    <dgm:cxn modelId="{1B7C0ABF-920A-45F1-A18A-1E1B501058F1}" type="presOf" srcId="{55AF8B81-709E-46D4-AC00-746185BB972E}" destId="{B75AD4C5-6471-485F-8CCD-E2F2DC54B56C}" srcOrd="0" destOrd="3" presId="urn:microsoft.com/office/officeart/2005/8/layout/vList5"/>
    <dgm:cxn modelId="{56BD26CE-6630-4945-A8FC-F2483889975F}" srcId="{90201A8B-CBC3-4E26-9161-0650FB778916}" destId="{55AF8B81-709E-46D4-AC00-746185BB972E}" srcOrd="3" destOrd="0" parTransId="{424BB2ED-0E8D-4F7A-BC8A-CF54DE8E5789}" sibTransId="{ACAD8407-A283-42E6-9BE8-4C42D590EEA8}"/>
    <dgm:cxn modelId="{B3701BF8-868C-4D68-8530-275EDF026B0E}" type="presOf" srcId="{6E9FE706-A24E-41F0-A26E-B8CEC164DE28}" destId="{B75AD4C5-6471-485F-8CCD-E2F2DC54B56C}" srcOrd="0" destOrd="2" presId="urn:microsoft.com/office/officeart/2005/8/layout/vList5"/>
    <dgm:cxn modelId="{4C3E2513-73BB-4DF8-9DEE-B9F99D71AAF1}" type="presParOf" srcId="{3EE2219C-1F8D-49E3-84BC-982EC88013DE}" destId="{D28A02C1-DA4B-4344-B841-C06A9A17ADA9}" srcOrd="0" destOrd="0" presId="urn:microsoft.com/office/officeart/2005/8/layout/vList5"/>
    <dgm:cxn modelId="{9FE46EF0-BBD2-4321-BC50-E2DF38FDCF3D}" type="presParOf" srcId="{D28A02C1-DA4B-4344-B841-C06A9A17ADA9}" destId="{35503842-FA91-47A1-8B24-A98933C08074}" srcOrd="0" destOrd="0" presId="urn:microsoft.com/office/officeart/2005/8/layout/vList5"/>
    <dgm:cxn modelId="{98D4AB1E-8022-40DE-8D7C-F68CDDB01729}" type="presParOf" srcId="{D28A02C1-DA4B-4344-B841-C06A9A17ADA9}" destId="{B75AD4C5-6471-485F-8CCD-E2F2DC54B56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D1598-A3DE-4548-81C0-BDF39DDE683C}">
      <dsp:nvSpPr>
        <dsp:cNvPr id="0" name=""/>
        <dsp:cNvSpPr/>
      </dsp:nvSpPr>
      <dsp:spPr>
        <a:xfrm>
          <a:off x="0" y="227619"/>
          <a:ext cx="10515600" cy="38961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To compare the performance of algorithms with time complexities </a:t>
          </a:r>
          <a:r>
            <a:rPr lang="en-US" sz="4500" b="1" kern="1200"/>
            <a:t>O(n)</a:t>
          </a:r>
          <a:r>
            <a:rPr lang="en-US" sz="4500" kern="1200"/>
            <a:t>, </a:t>
          </a:r>
          <a:r>
            <a:rPr lang="en-US" sz="4500" b="1" kern="1200"/>
            <a:t>O(n log n)</a:t>
          </a:r>
          <a:r>
            <a:rPr lang="en-US" sz="4500" kern="1200"/>
            <a:t>, and </a:t>
          </a:r>
          <a:r>
            <a:rPr lang="en-US" sz="4500" b="1" kern="1200"/>
            <a:t>O(n²)</a:t>
          </a:r>
          <a:r>
            <a:rPr lang="en-US" sz="4500" kern="1200"/>
            <a:t> as the input size increases and determine which algorithm is more efficient for large datasets.</a:t>
          </a:r>
          <a:endParaRPr lang="en-IN" sz="4500" kern="1200"/>
        </a:p>
      </dsp:txBody>
      <dsp:txXfrm>
        <a:off x="190192" y="417811"/>
        <a:ext cx="10135216" cy="35157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8B7E0-EE49-4EB3-9FFC-A4C3B297719C}">
      <dsp:nvSpPr>
        <dsp:cNvPr id="0" name=""/>
        <dsp:cNvSpPr/>
      </dsp:nvSpPr>
      <dsp:spPr>
        <a:xfrm>
          <a:off x="1267623" y="0"/>
          <a:ext cx="2610373" cy="261036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following assumptions are made for comparison:</a:t>
          </a:r>
          <a:endParaRPr lang="en-IN" sz="2200" kern="1200"/>
        </a:p>
      </dsp:txBody>
      <dsp:txXfrm>
        <a:off x="1649903" y="382279"/>
        <a:ext cx="1845813" cy="1845809"/>
      </dsp:txXfrm>
    </dsp:sp>
    <dsp:sp modelId="{2A969FEF-F9DA-4779-A55D-B7F575779B56}">
      <dsp:nvSpPr>
        <dsp:cNvPr id="0" name=""/>
        <dsp:cNvSpPr/>
      </dsp:nvSpPr>
      <dsp:spPr>
        <a:xfrm>
          <a:off x="2609918" y="1740970"/>
          <a:ext cx="2610373" cy="261036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Input sizes (</a:t>
          </a:r>
          <a:r>
            <a:rPr lang="en-US" sz="2200" b="1" kern="1200"/>
            <a:t>n</a:t>
          </a:r>
          <a:r>
            <a:rPr lang="en-US" sz="2200" kern="1200"/>
            <a:t>) represent the number of elements in the dataset. </a:t>
          </a:r>
          <a:endParaRPr lang="en-IN" sz="2200" kern="1200"/>
        </a:p>
      </dsp:txBody>
      <dsp:txXfrm>
        <a:off x="2992198" y="2123249"/>
        <a:ext cx="1845813" cy="1845809"/>
      </dsp:txXfrm>
    </dsp:sp>
    <dsp:sp modelId="{A50F3AC3-B5C0-48E8-A9BC-863E4089366F}">
      <dsp:nvSpPr>
        <dsp:cNvPr id="0" name=""/>
        <dsp:cNvSpPr/>
      </dsp:nvSpPr>
      <dsp:spPr>
        <a:xfrm>
          <a:off x="3953012" y="0"/>
          <a:ext cx="2610373" cy="261036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Each basic operation takes the same unit time. </a:t>
          </a:r>
          <a:endParaRPr lang="en-IN" sz="2200" kern="1200"/>
        </a:p>
      </dsp:txBody>
      <dsp:txXfrm>
        <a:off x="4335292" y="382279"/>
        <a:ext cx="1845813" cy="1845809"/>
      </dsp:txXfrm>
    </dsp:sp>
    <dsp:sp modelId="{D5B0BECF-CF06-4111-9E43-24784117E50B}">
      <dsp:nvSpPr>
        <dsp:cNvPr id="0" name=""/>
        <dsp:cNvSpPr/>
      </dsp:nvSpPr>
      <dsp:spPr>
        <a:xfrm>
          <a:off x="5295307" y="1740970"/>
          <a:ext cx="2610373" cy="261036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Hardware and programming language effects are ignored. </a:t>
          </a:r>
          <a:endParaRPr lang="en-IN" sz="2200" kern="1200"/>
        </a:p>
      </dsp:txBody>
      <dsp:txXfrm>
        <a:off x="5677587" y="2123249"/>
        <a:ext cx="1845813" cy="1845809"/>
      </dsp:txXfrm>
    </dsp:sp>
    <dsp:sp modelId="{FDAB564F-A7FA-47BC-A669-B9C0A2660881}">
      <dsp:nvSpPr>
        <dsp:cNvPr id="0" name=""/>
        <dsp:cNvSpPr/>
      </dsp:nvSpPr>
      <dsp:spPr>
        <a:xfrm>
          <a:off x="6637603" y="0"/>
          <a:ext cx="2610373" cy="2610367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Only the asymptotic growth rate is considered.</a:t>
          </a:r>
          <a:endParaRPr lang="en-IN" sz="2200" kern="1200"/>
        </a:p>
      </dsp:txBody>
      <dsp:txXfrm>
        <a:off x="7019883" y="382279"/>
        <a:ext cx="1845813" cy="18458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11587-4D3D-4264-A65E-3868443DD855}">
      <dsp:nvSpPr>
        <dsp:cNvPr id="0" name=""/>
        <dsp:cNvSpPr/>
      </dsp:nvSpPr>
      <dsp:spPr>
        <a:xfrm>
          <a:off x="6835249" y="935972"/>
          <a:ext cx="2479368" cy="2479827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AA06DD8-B471-4F02-A450-ACF972007380}">
      <dsp:nvSpPr>
        <dsp:cNvPr id="0" name=""/>
        <dsp:cNvSpPr/>
      </dsp:nvSpPr>
      <dsp:spPr>
        <a:xfrm>
          <a:off x="6917572" y="1018648"/>
          <a:ext cx="2314723" cy="231447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O(n²)</a:t>
          </a:r>
          <a:r>
            <a:rPr lang="en-IN" sz="2400" kern="1200"/>
            <a:t> → Quadratic Growth </a:t>
          </a:r>
        </a:p>
      </dsp:txBody>
      <dsp:txXfrm>
        <a:off x="7248478" y="1349349"/>
        <a:ext cx="1652912" cy="1653073"/>
      </dsp:txXfrm>
    </dsp:sp>
    <dsp:sp modelId="{38EA71B2-A084-4A01-8859-9C788F202542}">
      <dsp:nvSpPr>
        <dsp:cNvPr id="0" name=""/>
        <dsp:cNvSpPr/>
      </dsp:nvSpPr>
      <dsp:spPr>
        <a:xfrm rot="2700000">
          <a:off x="4275737" y="938970"/>
          <a:ext cx="2473396" cy="247339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shade val="80000"/>
                <a:hueOff val="174641"/>
                <a:satOff val="-3128"/>
                <a:lumOff val="1329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174641"/>
                <a:satOff val="-3128"/>
                <a:lumOff val="1329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174641"/>
                <a:satOff val="-3128"/>
                <a:lumOff val="1329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37BF3DC-71CE-4BF0-AC63-8D29262B5864}">
      <dsp:nvSpPr>
        <dsp:cNvPr id="0" name=""/>
        <dsp:cNvSpPr/>
      </dsp:nvSpPr>
      <dsp:spPr>
        <a:xfrm>
          <a:off x="4355074" y="1018648"/>
          <a:ext cx="2314723" cy="231447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174641"/>
              <a:satOff val="-3128"/>
              <a:lumOff val="1329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O(n log₂ n)</a:t>
          </a:r>
          <a:r>
            <a:rPr lang="en-IN" sz="2400" kern="1200" dirty="0"/>
            <a:t> → </a:t>
          </a:r>
          <a:r>
            <a:rPr lang="en-IN" sz="2400" kern="1200" dirty="0" err="1"/>
            <a:t>Linearithmic</a:t>
          </a:r>
          <a:r>
            <a:rPr lang="en-IN" sz="2400" kern="1200" dirty="0"/>
            <a:t> Growth </a:t>
          </a:r>
        </a:p>
      </dsp:txBody>
      <dsp:txXfrm>
        <a:off x="4685979" y="1349349"/>
        <a:ext cx="1652912" cy="1653073"/>
      </dsp:txXfrm>
    </dsp:sp>
    <dsp:sp modelId="{FBFD7CC7-2B3A-45DC-8F0D-AB98EBA88D58}">
      <dsp:nvSpPr>
        <dsp:cNvPr id="0" name=""/>
        <dsp:cNvSpPr/>
      </dsp:nvSpPr>
      <dsp:spPr>
        <a:xfrm rot="2700000">
          <a:off x="1713238" y="938970"/>
          <a:ext cx="2473396" cy="247339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111BB2D-34D8-47AF-9565-30907E132DD7}">
      <dsp:nvSpPr>
        <dsp:cNvPr id="0" name=""/>
        <dsp:cNvSpPr/>
      </dsp:nvSpPr>
      <dsp:spPr>
        <a:xfrm>
          <a:off x="1792575" y="1018648"/>
          <a:ext cx="2314723" cy="231447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O(n)</a:t>
          </a:r>
          <a:r>
            <a:rPr lang="en-IN" sz="2400" kern="1200"/>
            <a:t> → Linear Growth </a:t>
          </a:r>
        </a:p>
      </dsp:txBody>
      <dsp:txXfrm>
        <a:off x="2123480" y="1349349"/>
        <a:ext cx="1652912" cy="16530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3448E-253E-4EAC-9094-9D3663F5640A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Linear growth.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Best for searching and traversing data. 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Efficient even for very large datasets. </a:t>
          </a:r>
          <a:endParaRPr lang="en-IN" sz="1500" kern="1200"/>
        </a:p>
      </dsp:txBody>
      <dsp:txXfrm rot="-5400000">
        <a:off x="3785616" y="197117"/>
        <a:ext cx="6675221" cy="1012303"/>
      </dsp:txXfrm>
    </dsp:sp>
    <dsp:sp modelId="{A952D978-AEEE-4DF7-9B1E-7C0FC8D29851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410" tIns="116205" rIns="232410" bIns="116205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b="1" kern="1200"/>
            <a:t>O(n)</a:t>
          </a:r>
          <a:endParaRPr lang="en-IN" sz="6100" kern="1200"/>
        </a:p>
      </dsp:txBody>
      <dsp:txXfrm>
        <a:off x="68454" y="70578"/>
        <a:ext cx="3648708" cy="1265378"/>
      </dsp:txXfrm>
    </dsp:sp>
    <dsp:sp modelId="{6BA6A892-10DA-4CE1-9311-AA8EB82A89D7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Slightly slower than O(n).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Excellent for efficient sorting algorithms like Merge Sort and Heap Sort.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Suitable for large datasets. </a:t>
          </a:r>
          <a:endParaRPr lang="en-IN" sz="1500" kern="1200"/>
        </a:p>
      </dsp:txBody>
      <dsp:txXfrm rot="-5400000">
        <a:off x="3785616" y="1669517"/>
        <a:ext cx="6675221" cy="1012303"/>
      </dsp:txXfrm>
    </dsp:sp>
    <dsp:sp modelId="{0EC12A96-67B6-40F5-AE6A-3E3366DF9768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410" tIns="116205" rIns="232410" bIns="116205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b="1" kern="1200"/>
            <a:t>O(n log n)</a:t>
          </a:r>
          <a:endParaRPr lang="en-IN" sz="6100" kern="1200"/>
        </a:p>
      </dsp:txBody>
      <dsp:txXfrm>
        <a:off x="68454" y="1542979"/>
        <a:ext cx="3648708" cy="1265378"/>
      </dsp:txXfrm>
    </dsp:sp>
    <dsp:sp modelId="{565C63E2-ED42-4CF0-BB9D-E084ABFB037A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Growth increases rapidly.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Acceptable only for small datasets.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Poor performance for large datasets because the number of operations grows quadratically.</a:t>
          </a:r>
          <a:endParaRPr lang="en-IN" sz="1500" kern="1200"/>
        </a:p>
      </dsp:txBody>
      <dsp:txXfrm rot="-5400000">
        <a:off x="3785616" y="3141918"/>
        <a:ext cx="6675221" cy="1012303"/>
      </dsp:txXfrm>
    </dsp:sp>
    <dsp:sp modelId="{0EC0403F-7EC8-4749-A3CD-0A11382AA06D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410" tIns="116205" rIns="232410" bIns="116205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b="1" kern="1200"/>
            <a:t>O(n²)</a:t>
          </a:r>
          <a:endParaRPr lang="en-IN" sz="6100" kern="1200"/>
        </a:p>
      </dsp:txBody>
      <dsp:txXfrm>
        <a:off x="68454" y="3015380"/>
        <a:ext cx="3648708" cy="12653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5AD4C5-6471-485F-8CCD-E2F2DC54B56C}">
      <dsp:nvSpPr>
        <dsp:cNvPr id="0" name=""/>
        <dsp:cNvSpPr/>
      </dsp:nvSpPr>
      <dsp:spPr>
        <a:xfrm rot="5400000">
          <a:off x="5410072" y="-1189323"/>
          <a:ext cx="3481070" cy="672998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/>
            <a:t>O(n)</a:t>
          </a:r>
          <a:r>
            <a:rPr lang="en-US" sz="2000" kern="1200"/>
            <a:t> (Linear Search) is the most efficient for simple scanning tasks. 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/>
            <a:t>O(n log n)</a:t>
          </a:r>
          <a:r>
            <a:rPr lang="en-US" sz="2000" kern="1200"/>
            <a:t> (Merge Sort) is the best choice for sorting large datasets because it balances speed and scalability. 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/>
            <a:t>O(n²)</a:t>
          </a:r>
          <a:r>
            <a:rPr lang="en-US" sz="2000" kern="1200"/>
            <a:t> (Bubble Sort) is easy to understand and implement but becomes impractical for large datasets due to its very high number of comparisons. 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/>
            <a:t>Therefore, for large-scale applications, O(n) and O(n log n) are preferred, while O(n²) should only be used for small datasets or educational purposes.</a:t>
          </a:r>
          <a:endParaRPr lang="en-IN" sz="2000" kern="1200"/>
        </a:p>
      </dsp:txBody>
      <dsp:txXfrm rot="-5400000">
        <a:off x="3785615" y="605066"/>
        <a:ext cx="6560052" cy="3141206"/>
      </dsp:txXfrm>
    </dsp:sp>
    <dsp:sp modelId="{35503842-FA91-47A1-8B24-A98933C08074}">
      <dsp:nvSpPr>
        <dsp:cNvPr id="0" name=""/>
        <dsp:cNvSpPr/>
      </dsp:nvSpPr>
      <dsp:spPr>
        <a:xfrm>
          <a:off x="0" y="0"/>
          <a:ext cx="3785616" cy="435133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0" tIns="95250" rIns="190500" bIns="952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From the comparison and examples:</a:t>
          </a:r>
          <a:endParaRPr lang="en-IN" sz="5000" kern="1200"/>
        </a:p>
      </dsp:txBody>
      <dsp:txXfrm>
        <a:off x="184799" y="184799"/>
        <a:ext cx="3416018" cy="3981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0F91-F3D7-42FD-ADB2-881AE8E9B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5C835-A41C-4883-A241-2F177A08D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2F61F-307D-4692-9176-494EAA1C3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2C393-8428-4941-AB62-A4F8399A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242F3-44C0-4C6F-8A52-855827C5F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58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8D95-281E-4844-AEE0-5366B92F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07890-9DD6-4AD7-AC79-21E4BD4C2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1A3C8-560C-463D-968E-80CAB9D15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9C0AA-6DC1-475B-9396-3C7D63424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51337-5313-4932-9392-BE606B06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276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12C8-F108-4C80-A49D-E7B8C867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AA346-AC1C-48D6-A440-F5546DA0D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2D300-6991-4B35-8A6B-DC9D2CB7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7493E-9390-45CD-A627-03683FB5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E7E1B-744A-4C00-978C-E1DA1523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7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ED38-3695-4EE2-8452-F1C840DE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10210-BFE4-4580-956B-81479292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29F0A-5D71-4474-8EE1-EAE7C1CEE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F3E5D-5B06-44D0-B5D0-0DCA5992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D218-F885-460C-9D90-36FF2154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495B9-BF49-470B-9B6C-09E5916E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20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831A-9F1C-412C-B145-FD65EE748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CF7E3-DB62-4850-8E93-DF281D671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5AE29-0639-4775-835C-09DF38DF5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5F2A2-BF04-408C-8F7E-01AF6A2A2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6B29BD-FF0E-4873-AE0D-83F37CA80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A7732D-08DF-4E93-B675-DEBFAC54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DBBAF7-1F41-464D-849D-0B02951B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3D4A5-DB5A-47D4-BC69-11659DFC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46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55AF-9B24-46C3-BDC4-04AC4931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F49AF1-9399-416D-97E8-8FE7081D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8FC8A1-9384-45C1-8C6F-B3BCB6A0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A1462-91B6-48C2-9989-63C372A58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840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6FCCA-5646-4BF6-8C5F-BF50D8DF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9261F-9220-4BCD-8DD3-D5167889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37412-C6FD-492A-993A-A65BFD4C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907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68AD5-06B8-48F3-826F-15A20442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BA3CC-C4C6-4325-AAD9-84727C63C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948AB-640A-4B24-A803-5E6557CB9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48A5A-5A7D-41E6-9578-395ACB678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4A232-1D09-4965-AACF-59D47361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8751C-5D30-4F8D-AA02-E3F9E983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36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6603-D36B-4E76-BE65-741BA4A2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86163-CC0A-4E42-A9EC-331B01598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22B6C-8A79-47F7-A446-1E73357D9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86E53-C4DD-495D-A438-D55BD0978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EF47A-25FB-422B-9C53-4C15535F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0E444-93E0-4420-88E4-2F85090B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42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88297-D5B4-45CF-B702-CF052BA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49257-D09B-4127-A537-086444B20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1BF8A-59FE-4EE0-AEDE-C756AAE8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633AC-A708-48A7-A2E4-812188C3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9D220-FC88-479F-9F3E-E7DFD452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501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51C056-CF75-4010-8139-C90CD6F29B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10DB6-7675-457D-A0E5-CC34F7D84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040D0-E375-4192-9707-5F7055BA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AC355-7A74-484C-948A-EE52D897B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3AEC9-702B-4ACB-8F16-83FA73D0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84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00B40-2651-460B-9472-AC3F4969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26AEA-EF48-4EC7-8F53-7420A472E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5F897-CF0B-43FB-BDCB-0703EE3C6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2CF33-CE5A-448E-B094-2126D65D0BD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FDC94-824A-400F-93D6-2FC7E634F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C5B13-FBC4-402F-AC28-3A4DF65FA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38C8E-F8AE-4CC2-B888-E1A21126CE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24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CC0C-52BA-4954-BCB0-83839E95F1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Algorithm Comparison Using Input Scaling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2B810-AD02-4FFC-B26A-88A346161C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</a:t>
            </a:r>
            <a:r>
              <a:rPr lang="en-IN" dirty="0" err="1"/>
              <a:t>M.Madhu</a:t>
            </a:r>
            <a:r>
              <a:rPr lang="en-IN" dirty="0"/>
              <a:t> Rushwika</a:t>
            </a:r>
          </a:p>
          <a:p>
            <a:r>
              <a:rPr lang="en-IN" dirty="0"/>
              <a:t>(192371066)</a:t>
            </a:r>
          </a:p>
        </p:txBody>
      </p:sp>
    </p:spTree>
    <p:extLst>
      <p:ext uri="{BB962C8B-B14F-4D97-AF65-F5344CB8AC3E}">
        <p14:creationId xmlns:p14="http://schemas.microsoft.com/office/powerpoint/2010/main" val="80767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DA119-4999-4B0F-8B90-A17E2908E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Aim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67AAE6-9805-4DF0-94F8-730101241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9370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071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2FF5-A42F-44A3-872D-41986F2D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Assumptions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030BC6-6134-420F-98C1-E4C713EE9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8597266"/>
              </p:ext>
            </p:extLst>
          </p:nvPr>
        </p:nvGraphicFramePr>
        <p:xfrm>
          <a:off x="0" y="171710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2D793A-0C06-450C-9D49-EE915EE4C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853074"/>
              </p:ext>
            </p:extLst>
          </p:nvPr>
        </p:nvGraphicFramePr>
        <p:xfrm>
          <a:off x="10384970" y="1825625"/>
          <a:ext cx="1197429" cy="4134307"/>
        </p:xfrm>
        <a:graphic>
          <a:graphicData uri="http://schemas.openxmlformats.org/drawingml/2006/table">
            <a:tbl>
              <a:tblPr/>
              <a:tblGrid>
                <a:gridCol w="1197429">
                  <a:extLst>
                    <a:ext uri="{9D8B030D-6E8A-4147-A177-3AD203B41FA5}">
                      <a16:colId xmlns:a16="http://schemas.microsoft.com/office/drawing/2014/main" val="1647418716"/>
                    </a:ext>
                  </a:extLst>
                </a:gridCol>
              </a:tblGrid>
              <a:tr h="933553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Input Size 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506289"/>
                  </a:ext>
                </a:extLst>
              </a:tr>
              <a:tr h="533459"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600142"/>
                  </a:ext>
                </a:extLst>
              </a:tr>
              <a:tr h="533459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742543"/>
                  </a:ext>
                </a:extLst>
              </a:tr>
              <a:tr h="533459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976727"/>
                  </a:ext>
                </a:extLst>
              </a:tr>
              <a:tr h="533459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328430"/>
                  </a:ext>
                </a:extLst>
              </a:tr>
              <a:tr h="533459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178687"/>
                  </a:ext>
                </a:extLst>
              </a:tr>
              <a:tr h="533459"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904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81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46ED-3E0D-42F8-BB3A-1ABB7B64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Complexity Formulas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5D362C-42A6-4E41-9DC0-05BBABE4E8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908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725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5DE4-E3B0-4993-869C-64FCD83C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1. O(n) – Linear Search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B21A5BE-D40C-4A35-B94D-9AECB812C8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2500" y="1690688"/>
            <a:ext cx="1000107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Find an employee by ID using a linear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Dataset: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Employee IDs: [101, 102, 103, 104, 105, 106, 107, 108, 109, 110]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find employee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algorithm checks each ID one by one.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101 → 102 → 103 → 104 → 105 → 106 → 107 → 108 → 109 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there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10,000 employees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algorithm may need to check up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10,000 records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Complexity: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O(n)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29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FC08-7459-478E-AE82-CE1DAB7E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2. O(n log n) – Merge Sort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C3498-2315-4BF3-A0D7-D95C5BC9C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8762" y="1825625"/>
            <a:ext cx="5055038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 [45000 30000 60000 25000 50000]</a:t>
            </a:r>
          </a:p>
          <a:p>
            <a:r>
              <a:rPr lang="en-US" dirty="0"/>
              <a:t>                    /               \</a:t>
            </a:r>
          </a:p>
          <a:p>
            <a:r>
              <a:rPr lang="en-US" dirty="0"/>
              <a:t>          [45000 30000]        [60000 25000 50000]</a:t>
            </a:r>
          </a:p>
          <a:p>
            <a:r>
              <a:rPr lang="en-US" dirty="0"/>
              <a:t>             /      \              /          \</a:t>
            </a:r>
          </a:p>
          <a:p>
            <a:r>
              <a:rPr lang="en-US" dirty="0"/>
              <a:t>         [45000] [30000]     [60000]    [25000 50000]</a:t>
            </a:r>
          </a:p>
          <a:p>
            <a:endParaRPr lang="en-US" dirty="0"/>
          </a:p>
          <a:p>
            <a:r>
              <a:rPr lang="en-US" dirty="0"/>
              <a:t>Merge Step</a:t>
            </a:r>
          </a:p>
          <a:p>
            <a:endParaRPr lang="en-US" dirty="0"/>
          </a:p>
          <a:p>
            <a:r>
              <a:rPr lang="en-US" dirty="0"/>
              <a:t>[30000 45000]</a:t>
            </a:r>
          </a:p>
          <a:p>
            <a:r>
              <a:rPr lang="en-US" dirty="0"/>
              <a:t>[25000 50000 60000]</a:t>
            </a:r>
          </a:p>
          <a:p>
            <a:endParaRPr lang="en-US" dirty="0"/>
          </a:p>
          <a:p>
            <a:r>
              <a:rPr lang="en-US" dirty="0"/>
              <a:t>Final Output</a:t>
            </a:r>
          </a:p>
          <a:p>
            <a:endParaRPr lang="en-US" dirty="0"/>
          </a:p>
          <a:p>
            <a:r>
              <a:rPr lang="en-US" dirty="0"/>
              <a:t>[25000 30000 45000 50000 60000]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9A3B81-9B57-4714-8237-B022076CC40F}"/>
              </a:ext>
            </a:extLst>
          </p:cNvPr>
          <p:cNvSpPr/>
          <p:nvPr/>
        </p:nvSpPr>
        <p:spPr>
          <a:xfrm>
            <a:off x="1060700" y="4001294"/>
            <a:ext cx="3516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Merge Sort performs approximately </a:t>
            </a:r>
            <a:r>
              <a:rPr lang="en-US" b="1" dirty="0"/>
              <a:t>n log n</a:t>
            </a:r>
            <a:r>
              <a:rPr lang="en-US" dirty="0"/>
              <a:t> operations.</a:t>
            </a:r>
          </a:p>
          <a:p>
            <a:r>
              <a:rPr lang="en-US" b="1" dirty="0"/>
              <a:t>Time Complexity:</a:t>
            </a:r>
            <a:r>
              <a:rPr lang="en-US" dirty="0"/>
              <a:t> </a:t>
            </a:r>
            <a:r>
              <a:rPr lang="en-US" b="1" dirty="0"/>
              <a:t>O(n log n)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5DFA51-042D-45FF-A939-F48C5F485986}"/>
              </a:ext>
            </a:extLst>
          </p:cNvPr>
          <p:cNvSpPr/>
          <p:nvPr/>
        </p:nvSpPr>
        <p:spPr>
          <a:xfrm>
            <a:off x="1060700" y="2085405"/>
            <a:ext cx="5055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Problem:</a:t>
            </a:r>
            <a:r>
              <a:rPr lang="en-US" dirty="0"/>
              <a:t> Sort employee salaries in ascending order.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3C6568-D66A-4B84-9604-0020A981DC94}"/>
              </a:ext>
            </a:extLst>
          </p:cNvPr>
          <p:cNvSpPr/>
          <p:nvPr/>
        </p:nvSpPr>
        <p:spPr>
          <a:xfrm>
            <a:off x="1373663" y="3129170"/>
            <a:ext cx="3693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[45000, 30000, 60000, 25000, 50000]</a:t>
            </a:r>
          </a:p>
        </p:txBody>
      </p:sp>
    </p:spTree>
    <p:extLst>
      <p:ext uri="{BB962C8B-B14F-4D97-AF65-F5344CB8AC3E}">
        <p14:creationId xmlns:p14="http://schemas.microsoft.com/office/powerpoint/2010/main" val="3446425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4CFA-8638-4D58-A917-5DFD02F3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3. O(n²) – Bubble Sort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620C2E-8C9C-46BD-83DA-4FE6785BD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5" y="1659285"/>
            <a:ext cx="1307374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Sort student marks using Bubble Sort.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Marks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[60, 45, 90, 75, 30]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 1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60 45 → swap 45 60 90 75 30 90 75 → swap 45 60 75 90 30 90 30 → swap 45 60 75 30 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 2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75 30 → swap 45 60 30 75 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 3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60 30 → swap 45 30 60 75 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 4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45 30 → swap 30 45 60 75 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Bubble Sort repeatedly compares every pair of adjacent elements.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10,000 elements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it may perform nearly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 million comparisons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Complexity: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O(n²)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713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726D-0FDC-4BFE-BC2F-545A6011B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Table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C41B764-7DD0-41AE-95D1-2727DF233E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0572271"/>
              </p:ext>
            </p:extLst>
          </p:nvPr>
        </p:nvGraphicFramePr>
        <p:xfrm>
          <a:off x="658586" y="2148839"/>
          <a:ext cx="10515600" cy="3713115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518607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499521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106177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92301547"/>
                    </a:ext>
                  </a:extLst>
                </a:gridCol>
              </a:tblGrid>
              <a:tr h="530445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Input Size 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O(n log₂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650684"/>
                  </a:ext>
                </a:extLst>
              </a:tr>
              <a:tr h="530445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645830"/>
                  </a:ext>
                </a:extLst>
              </a:tr>
              <a:tr h="530445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664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950286"/>
                  </a:ext>
                </a:extLst>
              </a:tr>
              <a:tr h="530445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4,483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250,000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274713"/>
                  </a:ext>
                </a:extLst>
              </a:tr>
              <a:tr h="530445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9,966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99790"/>
                  </a:ext>
                </a:extLst>
              </a:tr>
              <a:tr h="530445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61,439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25,000,000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837544"/>
                  </a:ext>
                </a:extLst>
              </a:tr>
              <a:tr h="530445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132,877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100,000,000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940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541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5918-2AC7-4DCC-9315-2AAEAC1B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 and Discussion: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DCD2BAC-346C-4CEF-94ED-F433D1BF5B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6778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860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F47C-E03E-4038-90C5-C2A363A0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B83F22-3B08-45C9-B339-2036BDC66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06945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7847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722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Algorithm Comparison Using Input Scaling </vt:lpstr>
      <vt:lpstr>Aim </vt:lpstr>
      <vt:lpstr>Dataset Assumptions</vt:lpstr>
      <vt:lpstr>Complexity Formulas</vt:lpstr>
      <vt:lpstr>1. O(n) – Linear Search </vt:lpstr>
      <vt:lpstr>2. O(n log n) – Merge Sort</vt:lpstr>
      <vt:lpstr>3. O(n²) – Bubble Sort </vt:lpstr>
      <vt:lpstr>Comparison Table</vt:lpstr>
      <vt:lpstr>Result and Discussion: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Comparison Using Input Scaling</dc:title>
  <dc:creator>ACER</dc:creator>
  <cp:lastModifiedBy>ACER</cp:lastModifiedBy>
  <cp:revision>8</cp:revision>
  <dcterms:created xsi:type="dcterms:W3CDTF">2026-07-19T17:01:34Z</dcterms:created>
  <dcterms:modified xsi:type="dcterms:W3CDTF">2026-07-22T08:03:02Z</dcterms:modified>
</cp:coreProperties>
</file>